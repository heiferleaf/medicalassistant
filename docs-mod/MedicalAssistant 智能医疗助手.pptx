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06D9F-1FC6-4E11-976B-A5AD0E407A40}">
  <a:tblStyle styleId="{95E06D9F-1FC6-4E11-976B-A5AD0E407A4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7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dirty="0"/>
          </a:p>
        </p:txBody>
      </p:sp>
      <p:sp>
        <p:nvSpPr>
          <p:cNvPr id="3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Noto Sans SC" panose="020B0200000000000000" pitchFamily="34" charset="-128"/>
        <a:ea typeface="Noto Sans SC" panose="020B0200000000000000" pitchFamily="34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7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23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" name="Google Shape;2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0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3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9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3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3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3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3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39525" y="72190"/>
            <a:ext cx="529389" cy="5293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1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5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jpeg"/><Relationship Id="rId10" Type="http://schemas.openxmlformats.org/officeDocument/2006/relationships/image" Target="../media/image13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27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4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65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3.png"/><Relationship Id="rId5" Type="http://schemas.openxmlformats.org/officeDocument/2006/relationships/image" Target="../media/image58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8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762000"/>
            <a:ext cx="11049000" cy="55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6;p13" descr="image.png"/>
          <p:cNvPicPr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7;p13"/>
          <p:cNvSpPr txBox="1"/>
          <p:nvPr/>
        </p:nvSpPr>
        <p:spPr>
          <a:xfrm>
            <a:off x="381000" y="209550"/>
            <a:ext cx="15176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课程设计</a:t>
            </a:r>
            <a:r>
              <a:rPr lang="en-US" sz="13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毕业答辩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5" name="Google Shape;89;p13"/>
          <p:cNvSpPr/>
          <p:nvPr/>
        </p:nvSpPr>
        <p:spPr>
          <a:xfrm>
            <a:off x="-1333501" y="-1438276"/>
            <a:ext cx="3810000" cy="3810000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0;p13"/>
          <p:cNvSpPr txBox="1"/>
          <p:nvPr/>
        </p:nvSpPr>
        <p:spPr>
          <a:xfrm>
            <a:off x="1472297" y="1957387"/>
            <a:ext cx="9251950" cy="7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4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MedicalAssistant</a:t>
            </a:r>
            <a:r>
              <a:rPr lang="en-US" sz="48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4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智能医疗助手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7" name="Google Shape;91;p13"/>
          <p:cNvSpPr txBox="1"/>
          <p:nvPr/>
        </p:nvSpPr>
        <p:spPr>
          <a:xfrm>
            <a:off x="3155632" y="2881312"/>
            <a:ext cx="5886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2100" b="1" i="0" u="none" strike="noStrike" dirty="0" err="1">
                <a:solidFill>
                  <a:schemeClr val="tx1">
                    <a:lumMod val="75000"/>
                    <a:lumOff val="2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面向高并发的分布式架构优化与大模型链路治理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" name="Google Shape;92;p13"/>
          <p:cNvSpPr txBox="1"/>
          <p:nvPr/>
        </p:nvSpPr>
        <p:spPr>
          <a:xfrm>
            <a:off x="4229330" y="5184881"/>
            <a:ext cx="3492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475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团队成员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王皓霖 莫韬 陈涛 叶海峰 周锦耀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9" name="Google Shape;93;p13"/>
          <p:cNvSpPr txBox="1"/>
          <p:nvPr/>
        </p:nvSpPr>
        <p:spPr>
          <a:xfrm>
            <a:off x="3658626" y="4767262"/>
            <a:ext cx="25844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475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指导老师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贾向阳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0" name="Google Shape;94;p13"/>
          <p:cNvSpPr txBox="1"/>
          <p:nvPr/>
        </p:nvSpPr>
        <p:spPr>
          <a:xfrm>
            <a:off x="6621198" y="4767262"/>
            <a:ext cx="10985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475" tIns="0" rIns="0" bIns="0" anchor="t" anchorCtr="0">
            <a:spAutoFit/>
          </a:bodyPr>
          <a:lstStyle/>
          <a:p>
            <a:pPr marL="0" lvl="0" indent="0" algn="ctr">
              <a:buClr>
                <a:srgbClr val="000000">
                  <a:alpha val="100000"/>
                </a:srgbClr>
              </a:buClr>
              <a:buFont typeface="Arial"/>
              <a:buNone/>
            </a:pP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2026年05月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11" name="Google Shape;95;p13" descr="image.png"/>
          <p:cNvPicPr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2581" y="5220861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96;p13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93053" y="4795837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97;p13" descr="image.png"/>
          <p:cNvPicPr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1198" y="4795837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99;p13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3554260" y="3524250"/>
            <a:ext cx="4882380" cy="515392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  <a:alpha val="100000"/>
            </a:schemeClr>
          </a:solidFill>
          <a:ln w="12700">
            <a:solidFill>
              <a:schemeClr val="tx1">
                <a:lumMod val="65000"/>
                <a:lumOff val="35000"/>
                <a:alpha val="100000"/>
              </a:schemeClr>
            </a:solidFill>
            <a:prstDash val="solid"/>
            <a:miter lim="800000"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zh-CN" dirty="0">
                <a:solidFill>
                  <a:schemeClr val="bg1">
                    <a:alpha val="100000"/>
                  </a:schemeClr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从单体到模块化 &amp;&amp; Agent 调优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ddb3328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ictureMisc1" descr="{&quot;isTemplate&quot;:true,&quot;type&quot;:&quot;image&quot;,&quot;canOmit&quot;:false}"/>
          <p:cNvSpPr/>
          <p:nvPr/>
        </p:nvSpPr>
        <p:spPr>
          <a:xfrm flipH="1">
            <a:off x="7741556" y="1231900"/>
            <a:ext cx="3752850" cy="5003800"/>
          </a:xfrm>
          <a:custGeom>
            <a:avLst/>
            <a:gdLst>
              <a:gd name="connsiteX0" fmla="*/ 903230 w 4346425"/>
              <a:gd name="connsiteY0" fmla="*/ 6856709 h 6858000"/>
              <a:gd name="connsiteX1" fmla="*/ 898044 w 4346425"/>
              <a:gd name="connsiteY1" fmla="*/ 6858000 h 6858000"/>
              <a:gd name="connsiteX2" fmla="*/ 901976 w 4346425"/>
              <a:gd name="connsiteY2" fmla="*/ 6858000 h 6858000"/>
              <a:gd name="connsiteX3" fmla="*/ 528636 w 4346425"/>
              <a:gd name="connsiteY3" fmla="*/ 6856470 h 6858000"/>
              <a:gd name="connsiteX4" fmla="*/ 524537 w 4346425"/>
              <a:gd name="connsiteY4" fmla="*/ 6858000 h 6858000"/>
              <a:gd name="connsiteX5" fmla="*/ 525872 w 4346425"/>
              <a:gd name="connsiteY5" fmla="*/ 6858000 h 6858000"/>
              <a:gd name="connsiteX6" fmla="*/ 773762 w 4346425"/>
              <a:gd name="connsiteY6" fmla="*/ 6850834 h 6858000"/>
              <a:gd name="connsiteX7" fmla="*/ 767057 w 4346425"/>
              <a:gd name="connsiteY7" fmla="*/ 6855775 h 6858000"/>
              <a:gd name="connsiteX8" fmla="*/ 766162 w 4346425"/>
              <a:gd name="connsiteY8" fmla="*/ 6858000 h 6858000"/>
              <a:gd name="connsiteX9" fmla="*/ 766855 w 4346425"/>
              <a:gd name="connsiteY9" fmla="*/ 6858000 h 6858000"/>
              <a:gd name="connsiteX10" fmla="*/ 736872 w 4346425"/>
              <a:gd name="connsiteY10" fmla="*/ 6847373 h 6858000"/>
              <a:gd name="connsiteX11" fmla="*/ 719425 w 4346425"/>
              <a:gd name="connsiteY11" fmla="*/ 6856145 h 6858000"/>
              <a:gd name="connsiteX12" fmla="*/ 718552 w 4346425"/>
              <a:gd name="connsiteY12" fmla="*/ 6858000 h 6858000"/>
              <a:gd name="connsiteX13" fmla="*/ 721506 w 4346425"/>
              <a:gd name="connsiteY13" fmla="*/ 6858000 h 6858000"/>
              <a:gd name="connsiteX14" fmla="*/ 754783 w 4346425"/>
              <a:gd name="connsiteY14" fmla="*/ 6840243 h 6858000"/>
              <a:gd name="connsiteX15" fmla="*/ 739562 w 4346425"/>
              <a:gd name="connsiteY15" fmla="*/ 6855894 h 6858000"/>
              <a:gd name="connsiteX16" fmla="*/ 740695 w 4346425"/>
              <a:gd name="connsiteY16" fmla="*/ 6857484 h 6858000"/>
              <a:gd name="connsiteX17" fmla="*/ 755917 w 4346425"/>
              <a:gd name="connsiteY17" fmla="*/ 6841833 h 6858000"/>
              <a:gd name="connsiteX18" fmla="*/ 440600 w 4346425"/>
              <a:gd name="connsiteY18" fmla="*/ 6839253 h 6858000"/>
              <a:gd name="connsiteX19" fmla="*/ 429523 w 4346425"/>
              <a:gd name="connsiteY19" fmla="*/ 6847857 h 6858000"/>
              <a:gd name="connsiteX20" fmla="*/ 424192 w 4346425"/>
              <a:gd name="connsiteY20" fmla="*/ 6852647 h 6858000"/>
              <a:gd name="connsiteX21" fmla="*/ 903753 w 4346425"/>
              <a:gd name="connsiteY21" fmla="*/ 6837855 h 6858000"/>
              <a:gd name="connsiteX22" fmla="*/ 886785 w 4346425"/>
              <a:gd name="connsiteY22" fmla="*/ 6858000 h 6858000"/>
              <a:gd name="connsiteX23" fmla="*/ 895595 w 4346425"/>
              <a:gd name="connsiteY23" fmla="*/ 6858000 h 6858000"/>
              <a:gd name="connsiteX24" fmla="*/ 898586 w 4346425"/>
              <a:gd name="connsiteY24" fmla="*/ 6850567 h 6858000"/>
              <a:gd name="connsiteX25" fmla="*/ 905203 w 4346425"/>
              <a:gd name="connsiteY25" fmla="*/ 6843451 h 6858000"/>
              <a:gd name="connsiteX26" fmla="*/ 912313 w 4346425"/>
              <a:gd name="connsiteY26" fmla="*/ 6852629 h 6858000"/>
              <a:gd name="connsiteX27" fmla="*/ 903753 w 4346425"/>
              <a:gd name="connsiteY27" fmla="*/ 6837855 h 6858000"/>
              <a:gd name="connsiteX28" fmla="*/ 263155 w 4346425"/>
              <a:gd name="connsiteY28" fmla="*/ 6834154 h 6858000"/>
              <a:gd name="connsiteX29" fmla="*/ 257050 w 4346425"/>
              <a:gd name="connsiteY29" fmla="*/ 6837661 h 6858000"/>
              <a:gd name="connsiteX30" fmla="*/ 251719 w 4346425"/>
              <a:gd name="connsiteY30" fmla="*/ 6842450 h 6858000"/>
              <a:gd name="connsiteX31" fmla="*/ 529457 w 4346425"/>
              <a:gd name="connsiteY31" fmla="*/ 6832889 h 6858000"/>
              <a:gd name="connsiteX32" fmla="*/ 513200 w 4346425"/>
              <a:gd name="connsiteY32" fmla="*/ 6847005 h 6858000"/>
              <a:gd name="connsiteX33" fmla="*/ 503496 w 4346425"/>
              <a:gd name="connsiteY33" fmla="*/ 6858000 h 6858000"/>
              <a:gd name="connsiteX34" fmla="*/ 506439 w 4346425"/>
              <a:gd name="connsiteY34" fmla="*/ 6858000 h 6858000"/>
              <a:gd name="connsiteX35" fmla="*/ 936387 w 4346425"/>
              <a:gd name="connsiteY35" fmla="*/ 6821496 h 6858000"/>
              <a:gd name="connsiteX36" fmla="*/ 923043 w 4346425"/>
              <a:gd name="connsiteY36" fmla="*/ 6826920 h 6858000"/>
              <a:gd name="connsiteX37" fmla="*/ 924676 w 4346425"/>
              <a:gd name="connsiteY37" fmla="*/ 6822088 h 6858000"/>
              <a:gd name="connsiteX38" fmla="*/ 915040 w 4346425"/>
              <a:gd name="connsiteY38" fmla="*/ 6831921 h 6858000"/>
              <a:gd name="connsiteX39" fmla="*/ 920709 w 4346425"/>
              <a:gd name="connsiteY39" fmla="*/ 6839871 h 6858000"/>
              <a:gd name="connsiteX40" fmla="*/ 565695 w 4346425"/>
              <a:gd name="connsiteY40" fmla="*/ 6819606 h 6858000"/>
              <a:gd name="connsiteX41" fmla="*/ 558095 w 4346425"/>
              <a:gd name="connsiteY41" fmla="*/ 6821216 h 6858000"/>
              <a:gd name="connsiteX42" fmla="*/ 553431 w 4346425"/>
              <a:gd name="connsiteY42" fmla="*/ 6825952 h 6858000"/>
              <a:gd name="connsiteX43" fmla="*/ 397088 w 4346425"/>
              <a:gd name="connsiteY43" fmla="*/ 6815823 h 6858000"/>
              <a:gd name="connsiteX44" fmla="*/ 392055 w 4346425"/>
              <a:gd name="connsiteY44" fmla="*/ 6815886 h 6858000"/>
              <a:gd name="connsiteX45" fmla="*/ 386776 w 4346425"/>
              <a:gd name="connsiteY45" fmla="*/ 6821343 h 6858000"/>
              <a:gd name="connsiteX46" fmla="*/ 754196 w 4346425"/>
              <a:gd name="connsiteY46" fmla="*/ 6807367 h 6858000"/>
              <a:gd name="connsiteX47" fmla="*/ 705043 w 4346425"/>
              <a:gd name="connsiteY47" fmla="*/ 6856947 h 6858000"/>
              <a:gd name="connsiteX48" fmla="*/ 756464 w 4346425"/>
              <a:gd name="connsiteY48" fmla="*/ 6810547 h 6858000"/>
              <a:gd name="connsiteX49" fmla="*/ 1101225 w 4346425"/>
              <a:gd name="connsiteY49" fmla="*/ 6794671 h 6858000"/>
              <a:gd name="connsiteX50" fmla="*/ 1088578 w 4346425"/>
              <a:gd name="connsiteY50" fmla="*/ 6813141 h 6858000"/>
              <a:gd name="connsiteX51" fmla="*/ 1104626 w 4346425"/>
              <a:gd name="connsiteY51" fmla="*/ 6799441 h 6858000"/>
              <a:gd name="connsiteX52" fmla="*/ 220018 w 4346425"/>
              <a:gd name="connsiteY52" fmla="*/ 6794234 h 6858000"/>
              <a:gd name="connsiteX53" fmla="*/ 187869 w 4346425"/>
              <a:gd name="connsiteY53" fmla="*/ 6820967 h 6858000"/>
              <a:gd name="connsiteX54" fmla="*/ 220018 w 4346425"/>
              <a:gd name="connsiteY54" fmla="*/ 6794234 h 6858000"/>
              <a:gd name="connsiteX55" fmla="*/ 953213 w 4346425"/>
              <a:gd name="connsiteY55" fmla="*/ 6787914 h 6858000"/>
              <a:gd name="connsiteX56" fmla="*/ 930815 w 4346425"/>
              <a:gd name="connsiteY56" fmla="*/ 6810516 h 6858000"/>
              <a:gd name="connsiteX57" fmla="*/ 953146 w 4346425"/>
              <a:gd name="connsiteY57" fmla="*/ 6804045 h 6858000"/>
              <a:gd name="connsiteX58" fmla="*/ 939495 w 4346425"/>
              <a:gd name="connsiteY58" fmla="*/ 6809829 h 6858000"/>
              <a:gd name="connsiteX59" fmla="*/ 496007 w 4346425"/>
              <a:gd name="connsiteY59" fmla="*/ 6783802 h 6858000"/>
              <a:gd name="connsiteX60" fmla="*/ 488005 w 4346425"/>
              <a:gd name="connsiteY60" fmla="*/ 6788803 h 6858000"/>
              <a:gd name="connsiteX61" fmla="*/ 483033 w 4346425"/>
              <a:gd name="connsiteY61" fmla="*/ 6793900 h 6858000"/>
              <a:gd name="connsiteX62" fmla="*/ 1165549 w 4346425"/>
              <a:gd name="connsiteY62" fmla="*/ 6775468 h 6858000"/>
              <a:gd name="connsiteX63" fmla="*/ 1141965 w 4346425"/>
              <a:gd name="connsiteY63" fmla="*/ 6795812 h 6858000"/>
              <a:gd name="connsiteX64" fmla="*/ 1165549 w 4346425"/>
              <a:gd name="connsiteY64" fmla="*/ 6775468 h 6858000"/>
              <a:gd name="connsiteX65" fmla="*/ 147954 w 4346425"/>
              <a:gd name="connsiteY65" fmla="*/ 6775080 h 6858000"/>
              <a:gd name="connsiteX66" fmla="*/ 141392 w 4346425"/>
              <a:gd name="connsiteY66" fmla="*/ 6781311 h 6858000"/>
              <a:gd name="connsiteX67" fmla="*/ 142526 w 4346425"/>
              <a:gd name="connsiteY67" fmla="*/ 6782900 h 6858000"/>
              <a:gd name="connsiteX68" fmla="*/ 149395 w 4346425"/>
              <a:gd name="connsiteY68" fmla="*/ 6776310 h 6858000"/>
              <a:gd name="connsiteX69" fmla="*/ 697555 w 4346425"/>
              <a:gd name="connsiteY69" fmla="*/ 6770868 h 6858000"/>
              <a:gd name="connsiteX70" fmla="*/ 675969 w 4346425"/>
              <a:gd name="connsiteY70" fmla="*/ 6783033 h 6858000"/>
              <a:gd name="connsiteX71" fmla="*/ 656025 w 4346425"/>
              <a:gd name="connsiteY71" fmla="*/ 6806407 h 6858000"/>
              <a:gd name="connsiteX72" fmla="*/ 441356 w 4346425"/>
              <a:gd name="connsiteY72" fmla="*/ 6763942 h 6858000"/>
              <a:gd name="connsiteX73" fmla="*/ 429208 w 4346425"/>
              <a:gd name="connsiteY73" fmla="*/ 6775990 h 6858000"/>
              <a:gd name="connsiteX74" fmla="*/ 430342 w 4346425"/>
              <a:gd name="connsiteY74" fmla="*/ 6777579 h 6858000"/>
              <a:gd name="connsiteX75" fmla="*/ 442490 w 4346425"/>
              <a:gd name="connsiteY75" fmla="*/ 6765531 h 6858000"/>
              <a:gd name="connsiteX76" fmla="*/ 516253 w 4346425"/>
              <a:gd name="connsiteY76" fmla="*/ 6763722 h 6858000"/>
              <a:gd name="connsiteX77" fmla="*/ 505176 w 4346425"/>
              <a:gd name="connsiteY77" fmla="*/ 6772326 h 6858000"/>
              <a:gd name="connsiteX78" fmla="*/ 499845 w 4346425"/>
              <a:gd name="connsiteY78" fmla="*/ 6777115 h 6858000"/>
              <a:gd name="connsiteX79" fmla="*/ 248862 w 4346425"/>
              <a:gd name="connsiteY79" fmla="*/ 6759699 h 6858000"/>
              <a:gd name="connsiteX80" fmla="*/ 227386 w 4346425"/>
              <a:gd name="connsiteY80" fmla="*/ 6781220 h 6858000"/>
              <a:gd name="connsiteX81" fmla="*/ 252263 w 4346425"/>
              <a:gd name="connsiteY81" fmla="*/ 6764469 h 6858000"/>
              <a:gd name="connsiteX82" fmla="*/ 665107 w 4346425"/>
              <a:gd name="connsiteY82" fmla="*/ 6755632 h 6858000"/>
              <a:gd name="connsiteX83" fmla="*/ 654837 w 4346425"/>
              <a:gd name="connsiteY83" fmla="*/ 6757453 h 6858000"/>
              <a:gd name="connsiteX84" fmla="*/ 652070 w 4346425"/>
              <a:gd name="connsiteY84" fmla="*/ 6760696 h 6858000"/>
              <a:gd name="connsiteX85" fmla="*/ 829951 w 4346425"/>
              <a:gd name="connsiteY85" fmla="*/ 6754337 h 6858000"/>
              <a:gd name="connsiteX86" fmla="*/ 817803 w 4346425"/>
              <a:gd name="connsiteY86" fmla="*/ 6766385 h 6858000"/>
              <a:gd name="connsiteX87" fmla="*/ 830724 w 4346425"/>
              <a:gd name="connsiteY87" fmla="*/ 6755620 h 6858000"/>
              <a:gd name="connsiteX88" fmla="*/ 205581 w 4346425"/>
              <a:gd name="connsiteY88" fmla="*/ 6747672 h 6858000"/>
              <a:gd name="connsiteX89" fmla="*/ 132747 w 4346425"/>
              <a:gd name="connsiteY89" fmla="*/ 6820628 h 6858000"/>
              <a:gd name="connsiteX90" fmla="*/ 135015 w 4346425"/>
              <a:gd name="connsiteY90" fmla="*/ 6823808 h 6858000"/>
              <a:gd name="connsiteX91" fmla="*/ 207848 w 4346425"/>
              <a:gd name="connsiteY91" fmla="*/ 6750852 h 6858000"/>
              <a:gd name="connsiteX92" fmla="*/ 180814 w 4346425"/>
              <a:gd name="connsiteY92" fmla="*/ 6744595 h 6858000"/>
              <a:gd name="connsiteX93" fmla="*/ 173171 w 4346425"/>
              <a:gd name="connsiteY93" fmla="*/ 6749904 h 6858000"/>
              <a:gd name="connsiteX94" fmla="*/ 167893 w 4346425"/>
              <a:gd name="connsiteY94" fmla="*/ 6755360 h 6858000"/>
              <a:gd name="connsiteX95" fmla="*/ 353777 w 4346425"/>
              <a:gd name="connsiteY95" fmla="*/ 6744001 h 6858000"/>
              <a:gd name="connsiteX96" fmla="*/ 349367 w 4346425"/>
              <a:gd name="connsiteY96" fmla="*/ 6744518 h 6858000"/>
              <a:gd name="connsiteX97" fmla="*/ 345774 w 4346425"/>
              <a:gd name="connsiteY97" fmla="*/ 6749002 h 6858000"/>
              <a:gd name="connsiteX98" fmla="*/ 345679 w 4346425"/>
              <a:gd name="connsiteY98" fmla="*/ 6752033 h 6858000"/>
              <a:gd name="connsiteX99" fmla="*/ 850471 w 4346425"/>
              <a:gd name="connsiteY99" fmla="*/ 6741962 h 6858000"/>
              <a:gd name="connsiteX100" fmla="*/ 843602 w 4346425"/>
              <a:gd name="connsiteY100" fmla="*/ 6748553 h 6858000"/>
              <a:gd name="connsiteX101" fmla="*/ 845096 w 4346425"/>
              <a:gd name="connsiteY101" fmla="*/ 6750451 h 6858000"/>
              <a:gd name="connsiteX102" fmla="*/ 851605 w 4346425"/>
              <a:gd name="connsiteY102" fmla="*/ 6743553 h 6858000"/>
              <a:gd name="connsiteX103" fmla="*/ 464061 w 4346425"/>
              <a:gd name="connsiteY103" fmla="*/ 6740980 h 6858000"/>
              <a:gd name="connsiteX104" fmla="*/ 447557 w 4346425"/>
              <a:gd name="connsiteY104" fmla="*/ 6757405 h 6858000"/>
              <a:gd name="connsiteX105" fmla="*/ 448691 w 4346425"/>
              <a:gd name="connsiteY105" fmla="*/ 6758994 h 6858000"/>
              <a:gd name="connsiteX106" fmla="*/ 465503 w 4346425"/>
              <a:gd name="connsiteY106" fmla="*/ 6742210 h 6858000"/>
              <a:gd name="connsiteX107" fmla="*/ 549051 w 4346425"/>
              <a:gd name="connsiteY107" fmla="*/ 6728204 h 6858000"/>
              <a:gd name="connsiteX108" fmla="*/ 538801 w 4346425"/>
              <a:gd name="connsiteY108" fmla="*/ 6738758 h 6858000"/>
              <a:gd name="connsiteX109" fmla="*/ 550185 w 4346425"/>
              <a:gd name="connsiteY109" fmla="*/ 6729794 h 6858000"/>
              <a:gd name="connsiteX110" fmla="*/ 607151 w 4346425"/>
              <a:gd name="connsiteY110" fmla="*/ 6727971 h 6858000"/>
              <a:gd name="connsiteX111" fmla="*/ 599604 w 4346425"/>
              <a:gd name="connsiteY111" fmla="*/ 6730248 h 6858000"/>
              <a:gd name="connsiteX112" fmla="*/ 589969 w 4346425"/>
              <a:gd name="connsiteY112" fmla="*/ 6740081 h 6858000"/>
              <a:gd name="connsiteX113" fmla="*/ 369094 w 4346425"/>
              <a:gd name="connsiteY113" fmla="*/ 6725320 h 6858000"/>
              <a:gd name="connsiteX114" fmla="*/ 364029 w 4346425"/>
              <a:gd name="connsiteY114" fmla="*/ 6728703 h 6858000"/>
              <a:gd name="connsiteX115" fmla="*/ 361514 w 4346425"/>
              <a:gd name="connsiteY115" fmla="*/ 6735662 h 6858000"/>
              <a:gd name="connsiteX116" fmla="*/ 374488 w 4346425"/>
              <a:gd name="connsiteY116" fmla="*/ 6725564 h 6858000"/>
              <a:gd name="connsiteX117" fmla="*/ 369094 w 4346425"/>
              <a:gd name="connsiteY117" fmla="*/ 6725320 h 6858000"/>
              <a:gd name="connsiteX118" fmla="*/ 859717 w 4346425"/>
              <a:gd name="connsiteY118" fmla="*/ 6718722 h 6858000"/>
              <a:gd name="connsiteX119" fmla="*/ 833058 w 4346425"/>
              <a:gd name="connsiteY119" fmla="*/ 6742669 h 6858000"/>
              <a:gd name="connsiteX120" fmla="*/ 832295 w 4346425"/>
              <a:gd name="connsiteY120" fmla="*/ 6745754 h 6858000"/>
              <a:gd name="connsiteX121" fmla="*/ 445562 w 4346425"/>
              <a:gd name="connsiteY121" fmla="*/ 6715234 h 6858000"/>
              <a:gd name="connsiteX122" fmla="*/ 440462 w 4346425"/>
              <a:gd name="connsiteY122" fmla="*/ 6731427 h 6858000"/>
              <a:gd name="connsiteX123" fmla="*/ 453838 w 4346425"/>
              <a:gd name="connsiteY123" fmla="*/ 6717938 h 6858000"/>
              <a:gd name="connsiteX124" fmla="*/ 622425 w 4346425"/>
              <a:gd name="connsiteY124" fmla="*/ 6712988 h 6858000"/>
              <a:gd name="connsiteX125" fmla="*/ 616723 w 4346425"/>
              <a:gd name="connsiteY125" fmla="*/ 6713103 h 6858000"/>
              <a:gd name="connsiteX126" fmla="*/ 612885 w 4346425"/>
              <a:gd name="connsiteY126" fmla="*/ 6719790 h 6858000"/>
              <a:gd name="connsiteX127" fmla="*/ 309971 w 4346425"/>
              <a:gd name="connsiteY127" fmla="*/ 6704133 h 6858000"/>
              <a:gd name="connsiteX128" fmla="*/ 255731 w 4346425"/>
              <a:gd name="connsiteY128" fmla="*/ 6753108 h 6858000"/>
              <a:gd name="connsiteX129" fmla="*/ 309971 w 4346425"/>
              <a:gd name="connsiteY129" fmla="*/ 6704133 h 6858000"/>
              <a:gd name="connsiteX130" fmla="*/ 836001 w 4346425"/>
              <a:gd name="connsiteY130" fmla="*/ 6703467 h 6858000"/>
              <a:gd name="connsiteX131" fmla="*/ 825328 w 4346425"/>
              <a:gd name="connsiteY131" fmla="*/ 6708679 h 6858000"/>
              <a:gd name="connsiteX132" fmla="*/ 820356 w 4346425"/>
              <a:gd name="connsiteY132" fmla="*/ 6713776 h 6858000"/>
              <a:gd name="connsiteX133" fmla="*/ 722296 w 4346425"/>
              <a:gd name="connsiteY133" fmla="*/ 6692987 h 6858000"/>
              <a:gd name="connsiteX134" fmla="*/ 716665 w 4346425"/>
              <a:gd name="connsiteY134" fmla="*/ 6699311 h 6858000"/>
              <a:gd name="connsiteX135" fmla="*/ 714620 w 4346425"/>
              <a:gd name="connsiteY135" fmla="*/ 6706360 h 6858000"/>
              <a:gd name="connsiteX136" fmla="*/ 728632 w 4346425"/>
              <a:gd name="connsiteY136" fmla="*/ 6700883 h 6858000"/>
              <a:gd name="connsiteX137" fmla="*/ 578510 w 4346425"/>
              <a:gd name="connsiteY137" fmla="*/ 6692949 h 6858000"/>
              <a:gd name="connsiteX138" fmla="*/ 561391 w 4346425"/>
              <a:gd name="connsiteY138" fmla="*/ 6710094 h 6858000"/>
              <a:gd name="connsiteX139" fmla="*/ 563658 w 4346425"/>
              <a:gd name="connsiteY139" fmla="*/ 6713273 h 6858000"/>
              <a:gd name="connsiteX140" fmla="*/ 580777 w 4346425"/>
              <a:gd name="connsiteY140" fmla="*/ 6696129 h 6858000"/>
              <a:gd name="connsiteX141" fmla="*/ 845882 w 4346425"/>
              <a:gd name="connsiteY141" fmla="*/ 6688240 h 6858000"/>
              <a:gd name="connsiteX142" fmla="*/ 840604 w 4346425"/>
              <a:gd name="connsiteY142" fmla="*/ 6693696 h 6858000"/>
              <a:gd name="connsiteX143" fmla="*/ 850047 w 4346425"/>
              <a:gd name="connsiteY143" fmla="*/ 6689925 h 6858000"/>
              <a:gd name="connsiteX144" fmla="*/ 273559 w 4346425"/>
              <a:gd name="connsiteY144" fmla="*/ 6685517 h 6858000"/>
              <a:gd name="connsiteX145" fmla="*/ 247611 w 4346425"/>
              <a:gd name="connsiteY145" fmla="*/ 6705712 h 6858000"/>
              <a:gd name="connsiteX146" fmla="*/ 273559 w 4346425"/>
              <a:gd name="connsiteY146" fmla="*/ 6685517 h 6858000"/>
              <a:gd name="connsiteX147" fmla="*/ 519775 w 4346425"/>
              <a:gd name="connsiteY147" fmla="*/ 6685170 h 6858000"/>
              <a:gd name="connsiteX148" fmla="*/ 497992 w 4346425"/>
              <a:gd name="connsiteY148" fmla="*/ 6707051 h 6858000"/>
              <a:gd name="connsiteX149" fmla="*/ 499433 w 4346425"/>
              <a:gd name="connsiteY149" fmla="*/ 6708281 h 6858000"/>
              <a:gd name="connsiteX150" fmla="*/ 520909 w 4346425"/>
              <a:gd name="connsiteY150" fmla="*/ 6686760 h 6858000"/>
              <a:gd name="connsiteX151" fmla="*/ 491284 w 4346425"/>
              <a:gd name="connsiteY151" fmla="*/ 6676475 h 6858000"/>
              <a:gd name="connsiteX152" fmla="*/ 470058 w 4346425"/>
              <a:gd name="connsiteY152" fmla="*/ 6689443 h 6858000"/>
              <a:gd name="connsiteX153" fmla="*/ 473459 w 4346425"/>
              <a:gd name="connsiteY153" fmla="*/ 6694212 h 6858000"/>
              <a:gd name="connsiteX154" fmla="*/ 492223 w 4346425"/>
              <a:gd name="connsiteY154" fmla="*/ 6675540 h 6858000"/>
              <a:gd name="connsiteX155" fmla="*/ 491284 w 4346425"/>
              <a:gd name="connsiteY155" fmla="*/ 6676475 h 6858000"/>
              <a:gd name="connsiteX156" fmla="*/ 492169 w 4346425"/>
              <a:gd name="connsiteY156" fmla="*/ 6675934 h 6858000"/>
              <a:gd name="connsiteX157" fmla="*/ 922901 w 4346425"/>
              <a:gd name="connsiteY157" fmla="*/ 6672398 h 6858000"/>
              <a:gd name="connsiteX158" fmla="*/ 875996 w 4346425"/>
              <a:gd name="connsiteY158" fmla="*/ 6716426 h 6858000"/>
              <a:gd name="connsiteX159" fmla="*/ 873388 w 4346425"/>
              <a:gd name="connsiteY159" fmla="*/ 6721671 h 6858000"/>
              <a:gd name="connsiteX160" fmla="*/ 257749 w 4346425"/>
              <a:gd name="connsiteY160" fmla="*/ 6668291 h 6858000"/>
              <a:gd name="connsiteX161" fmla="*/ 249747 w 4346425"/>
              <a:gd name="connsiteY161" fmla="*/ 6673293 h 6858000"/>
              <a:gd name="connsiteX162" fmla="*/ 244775 w 4346425"/>
              <a:gd name="connsiteY162" fmla="*/ 6678389 h 6858000"/>
              <a:gd name="connsiteX163" fmla="*/ 907429 w 4346425"/>
              <a:gd name="connsiteY163" fmla="*/ 6667913 h 6858000"/>
              <a:gd name="connsiteX164" fmla="*/ 896448 w 4346425"/>
              <a:gd name="connsiteY164" fmla="*/ 6673486 h 6858000"/>
              <a:gd name="connsiteX165" fmla="*/ 899849 w 4346425"/>
              <a:gd name="connsiteY165" fmla="*/ 6678255 h 6858000"/>
              <a:gd name="connsiteX166" fmla="*/ 392284 w 4346425"/>
              <a:gd name="connsiteY166" fmla="*/ 6666038 h 6858000"/>
              <a:gd name="connsiteX167" fmla="*/ 383508 w 4346425"/>
              <a:gd name="connsiteY167" fmla="*/ 6669756 h 6858000"/>
              <a:gd name="connsiteX168" fmla="*/ 378176 w 4346425"/>
              <a:gd name="connsiteY168" fmla="*/ 6674545 h 6858000"/>
              <a:gd name="connsiteX169" fmla="*/ 671727 w 4346425"/>
              <a:gd name="connsiteY169" fmla="*/ 6661044 h 6858000"/>
              <a:gd name="connsiteX170" fmla="*/ 628203 w 4346425"/>
              <a:gd name="connsiteY170" fmla="*/ 6701109 h 6858000"/>
              <a:gd name="connsiteX171" fmla="*/ 627492 w 4346425"/>
              <a:gd name="connsiteY171" fmla="*/ 6704860 h 6858000"/>
              <a:gd name="connsiteX172" fmla="*/ 506892 w 4346425"/>
              <a:gd name="connsiteY172" fmla="*/ 6660942 h 6858000"/>
              <a:gd name="connsiteX173" fmla="*/ 501341 w 4346425"/>
              <a:gd name="connsiteY173" fmla="*/ 6662904 h 6858000"/>
              <a:gd name="connsiteX174" fmla="*/ 493599 w 4346425"/>
              <a:gd name="connsiteY174" fmla="*/ 6665559 h 6858000"/>
              <a:gd name="connsiteX175" fmla="*/ 492223 w 4346425"/>
              <a:gd name="connsiteY175" fmla="*/ 6675540 h 6858000"/>
              <a:gd name="connsiteX176" fmla="*/ 509195 w 4346425"/>
              <a:gd name="connsiteY176" fmla="*/ 6658651 h 6858000"/>
              <a:gd name="connsiteX177" fmla="*/ 506892 w 4346425"/>
              <a:gd name="connsiteY177" fmla="*/ 6660942 h 6858000"/>
              <a:gd name="connsiteX178" fmla="*/ 509016 w 4346425"/>
              <a:gd name="connsiteY178" fmla="*/ 6660191 h 6858000"/>
              <a:gd name="connsiteX179" fmla="*/ 551460 w 4346425"/>
              <a:gd name="connsiteY179" fmla="*/ 6656794 h 6858000"/>
              <a:gd name="connsiteX180" fmla="*/ 536588 w 4346425"/>
              <a:gd name="connsiteY180" fmla="*/ 6668385 h 6858000"/>
              <a:gd name="connsiteX181" fmla="*/ 533514 w 4346425"/>
              <a:gd name="connsiteY181" fmla="*/ 6671988 h 6858000"/>
              <a:gd name="connsiteX182" fmla="*/ 886374 w 4346425"/>
              <a:gd name="connsiteY182" fmla="*/ 6648080 h 6858000"/>
              <a:gd name="connsiteX183" fmla="*/ 879505 w 4346425"/>
              <a:gd name="connsiteY183" fmla="*/ 6654671 h 6858000"/>
              <a:gd name="connsiteX184" fmla="*/ 888949 w 4346425"/>
              <a:gd name="connsiteY184" fmla="*/ 6650900 h 6858000"/>
              <a:gd name="connsiteX185" fmla="*/ 688538 w 4346425"/>
              <a:gd name="connsiteY185" fmla="*/ 6644259 h 6858000"/>
              <a:gd name="connsiteX186" fmla="*/ 682073 w 4346425"/>
              <a:gd name="connsiteY186" fmla="*/ 6647460 h 6858000"/>
              <a:gd name="connsiteX187" fmla="*/ 677102 w 4346425"/>
              <a:gd name="connsiteY187" fmla="*/ 6652556 h 6858000"/>
              <a:gd name="connsiteX188" fmla="*/ 912870 w 4346425"/>
              <a:gd name="connsiteY188" fmla="*/ 6643294 h 6858000"/>
              <a:gd name="connsiteX189" fmla="*/ 759528 w 4346425"/>
              <a:gd name="connsiteY189" fmla="*/ 6802578 h 6858000"/>
              <a:gd name="connsiteX190" fmla="*/ 912870 w 4346425"/>
              <a:gd name="connsiteY190" fmla="*/ 6643294 h 6858000"/>
              <a:gd name="connsiteX191" fmla="*/ 526323 w 4346425"/>
              <a:gd name="connsiteY191" fmla="*/ 6641606 h 6858000"/>
              <a:gd name="connsiteX192" fmla="*/ 510244 w 4346425"/>
              <a:gd name="connsiteY192" fmla="*/ 6649643 h 6858000"/>
              <a:gd name="connsiteX193" fmla="*/ 509195 w 4346425"/>
              <a:gd name="connsiteY193" fmla="*/ 6658651 h 6858000"/>
              <a:gd name="connsiteX194" fmla="*/ 566469 w 4346425"/>
              <a:gd name="connsiteY194" fmla="*/ 6638472 h 6858000"/>
              <a:gd name="connsiteX195" fmla="*/ 556834 w 4346425"/>
              <a:gd name="connsiteY195" fmla="*/ 6648306 h 6858000"/>
              <a:gd name="connsiteX196" fmla="*/ 557968 w 4346425"/>
              <a:gd name="connsiteY196" fmla="*/ 6649895 h 6858000"/>
              <a:gd name="connsiteX197" fmla="*/ 567963 w 4346425"/>
              <a:gd name="connsiteY197" fmla="*/ 6640370 h 6858000"/>
              <a:gd name="connsiteX198" fmla="*/ 529792 w 4346425"/>
              <a:gd name="connsiteY198" fmla="*/ 6638153 h 6858000"/>
              <a:gd name="connsiteX199" fmla="*/ 526323 w 4346425"/>
              <a:gd name="connsiteY199" fmla="*/ 6641606 h 6858000"/>
              <a:gd name="connsiteX200" fmla="*/ 526800 w 4346425"/>
              <a:gd name="connsiteY200" fmla="*/ 6641367 h 6858000"/>
              <a:gd name="connsiteX201" fmla="*/ 333323 w 4346425"/>
              <a:gd name="connsiteY201" fmla="*/ 6625690 h 6858000"/>
              <a:gd name="connsiteX202" fmla="*/ 297739 w 4346425"/>
              <a:gd name="connsiteY202" fmla="*/ 6655719 h 6858000"/>
              <a:gd name="connsiteX203" fmla="*/ 333323 w 4346425"/>
              <a:gd name="connsiteY203" fmla="*/ 6625690 h 6858000"/>
              <a:gd name="connsiteX204" fmla="*/ 705284 w 4346425"/>
              <a:gd name="connsiteY204" fmla="*/ 6619277 h 6858000"/>
              <a:gd name="connsiteX205" fmla="*/ 691646 w 4346425"/>
              <a:gd name="connsiteY205" fmla="*/ 6632593 h 6858000"/>
              <a:gd name="connsiteX206" fmla="*/ 695047 w 4346425"/>
              <a:gd name="connsiteY206" fmla="*/ 6637362 h 6858000"/>
              <a:gd name="connsiteX207" fmla="*/ 710322 w 4346425"/>
              <a:gd name="connsiteY207" fmla="*/ 6622379 h 6858000"/>
              <a:gd name="connsiteX208" fmla="*/ 705284 w 4346425"/>
              <a:gd name="connsiteY208" fmla="*/ 6619277 h 6858000"/>
              <a:gd name="connsiteX209" fmla="*/ 398694 w 4346425"/>
              <a:gd name="connsiteY209" fmla="*/ 6615474 h 6858000"/>
              <a:gd name="connsiteX210" fmla="*/ 311138 w 4346425"/>
              <a:gd name="connsiteY210" fmla="*/ 6697658 h 6858000"/>
              <a:gd name="connsiteX211" fmla="*/ 398694 w 4346425"/>
              <a:gd name="connsiteY211" fmla="*/ 6615474 h 6858000"/>
              <a:gd name="connsiteX212" fmla="*/ 303809 w 4346425"/>
              <a:gd name="connsiteY212" fmla="*/ 6613582 h 6858000"/>
              <a:gd name="connsiteX213" fmla="*/ 290738 w 4346425"/>
              <a:gd name="connsiteY213" fmla="*/ 6626711 h 6858000"/>
              <a:gd name="connsiteX214" fmla="*/ 293006 w 4346425"/>
              <a:gd name="connsiteY214" fmla="*/ 6629890 h 6858000"/>
              <a:gd name="connsiteX215" fmla="*/ 306436 w 4346425"/>
              <a:gd name="connsiteY215" fmla="*/ 6617069 h 6858000"/>
              <a:gd name="connsiteX216" fmla="*/ 594699 w 4346425"/>
              <a:gd name="connsiteY216" fmla="*/ 6604658 h 6858000"/>
              <a:gd name="connsiteX217" fmla="*/ 582551 w 4346425"/>
              <a:gd name="connsiteY217" fmla="*/ 6616706 h 6858000"/>
              <a:gd name="connsiteX218" fmla="*/ 585178 w 4346425"/>
              <a:gd name="connsiteY218" fmla="*/ 6620193 h 6858000"/>
              <a:gd name="connsiteX219" fmla="*/ 597326 w 4346425"/>
              <a:gd name="connsiteY219" fmla="*/ 6608145 h 6858000"/>
              <a:gd name="connsiteX220" fmla="*/ 669438 w 4346425"/>
              <a:gd name="connsiteY220" fmla="*/ 6602436 h 6858000"/>
              <a:gd name="connsiteX221" fmla="*/ 617869 w 4346425"/>
              <a:gd name="connsiteY221" fmla="*/ 6651199 h 6858000"/>
              <a:gd name="connsiteX222" fmla="*/ 621270 w 4346425"/>
              <a:gd name="connsiteY222" fmla="*/ 6655969 h 6858000"/>
              <a:gd name="connsiteX223" fmla="*/ 669438 w 4346425"/>
              <a:gd name="connsiteY223" fmla="*/ 6602436 h 6858000"/>
              <a:gd name="connsiteX224" fmla="*/ 725270 w 4346425"/>
              <a:gd name="connsiteY224" fmla="*/ 6599023 h 6858000"/>
              <a:gd name="connsiteX225" fmla="*/ 715294 w 4346425"/>
              <a:gd name="connsiteY225" fmla="*/ 6617281 h 6858000"/>
              <a:gd name="connsiteX226" fmla="*/ 729805 w 4346425"/>
              <a:gd name="connsiteY226" fmla="*/ 6605383 h 6858000"/>
              <a:gd name="connsiteX227" fmla="*/ 611933 w 4346425"/>
              <a:gd name="connsiteY227" fmla="*/ 6593215 h 6858000"/>
              <a:gd name="connsiteX228" fmla="*/ 605065 w 4346425"/>
              <a:gd name="connsiteY228" fmla="*/ 6599806 h 6858000"/>
              <a:gd name="connsiteX229" fmla="*/ 606558 w 4346425"/>
              <a:gd name="connsiteY229" fmla="*/ 6601703 h 6858000"/>
              <a:gd name="connsiteX230" fmla="*/ 613068 w 4346425"/>
              <a:gd name="connsiteY230" fmla="*/ 6594805 h 6858000"/>
              <a:gd name="connsiteX231" fmla="*/ 465785 w 4346425"/>
              <a:gd name="connsiteY231" fmla="*/ 6593029 h 6858000"/>
              <a:gd name="connsiteX232" fmla="*/ 457412 w 4346425"/>
              <a:gd name="connsiteY232" fmla="*/ 6593356 h 6858000"/>
              <a:gd name="connsiteX233" fmla="*/ 455419 w 4346425"/>
              <a:gd name="connsiteY233" fmla="*/ 6597881 h 6858000"/>
              <a:gd name="connsiteX234" fmla="*/ 823474 w 4346425"/>
              <a:gd name="connsiteY234" fmla="*/ 6591919 h 6858000"/>
              <a:gd name="connsiteX235" fmla="*/ 771905 w 4346425"/>
              <a:gd name="connsiteY235" fmla="*/ 6640682 h 6858000"/>
              <a:gd name="connsiteX236" fmla="*/ 771468 w 4346425"/>
              <a:gd name="connsiteY236" fmla="*/ 6652138 h 6858000"/>
              <a:gd name="connsiteX237" fmla="*/ 823474 w 4346425"/>
              <a:gd name="connsiteY237" fmla="*/ 6591919 h 6858000"/>
              <a:gd name="connsiteX238" fmla="*/ 578879 w 4346425"/>
              <a:gd name="connsiteY238" fmla="*/ 6589233 h 6858000"/>
              <a:gd name="connsiteX239" fmla="*/ 564421 w 4346425"/>
              <a:gd name="connsiteY239" fmla="*/ 6595634 h 6858000"/>
              <a:gd name="connsiteX240" fmla="*/ 539847 w 4346425"/>
              <a:gd name="connsiteY240" fmla="*/ 6627354 h 6858000"/>
              <a:gd name="connsiteX241" fmla="*/ 529792 w 4346425"/>
              <a:gd name="connsiteY241" fmla="*/ 6638153 h 6858000"/>
              <a:gd name="connsiteX242" fmla="*/ 561533 w 4346425"/>
              <a:gd name="connsiteY242" fmla="*/ 6606566 h 6858000"/>
              <a:gd name="connsiteX243" fmla="*/ 579088 w 4346425"/>
              <a:gd name="connsiteY243" fmla="*/ 6589025 h 6858000"/>
              <a:gd name="connsiteX244" fmla="*/ 578879 w 4346425"/>
              <a:gd name="connsiteY244" fmla="*/ 6589233 h 6858000"/>
              <a:gd name="connsiteX245" fmla="*/ 579006 w 4346425"/>
              <a:gd name="connsiteY245" fmla="*/ 6589178 h 6858000"/>
              <a:gd name="connsiteX246" fmla="*/ 425731 w 4346425"/>
              <a:gd name="connsiteY246" fmla="*/ 6580916 h 6858000"/>
              <a:gd name="connsiteX247" fmla="*/ 407133 w 4346425"/>
              <a:gd name="connsiteY247" fmla="*/ 6599017 h 6858000"/>
              <a:gd name="connsiteX248" fmla="*/ 406422 w 4346425"/>
              <a:gd name="connsiteY248" fmla="*/ 6602769 h 6858000"/>
              <a:gd name="connsiteX249" fmla="*/ 432010 w 4346425"/>
              <a:gd name="connsiteY249" fmla="*/ 6582266 h 6858000"/>
              <a:gd name="connsiteX250" fmla="*/ 425731 w 4346425"/>
              <a:gd name="connsiteY250" fmla="*/ 6580916 h 6858000"/>
              <a:gd name="connsiteX251" fmla="*/ 392861 w 4346425"/>
              <a:gd name="connsiteY251" fmla="*/ 6579991 h 6858000"/>
              <a:gd name="connsiteX252" fmla="*/ 386755 w 4346425"/>
              <a:gd name="connsiteY252" fmla="*/ 6583499 h 6858000"/>
              <a:gd name="connsiteX253" fmla="*/ 379887 w 4346425"/>
              <a:gd name="connsiteY253" fmla="*/ 6590090 h 6858000"/>
              <a:gd name="connsiteX254" fmla="*/ 956081 w 4346425"/>
              <a:gd name="connsiteY254" fmla="*/ 6578060 h 6858000"/>
              <a:gd name="connsiteX255" fmla="*/ 943202 w 4346425"/>
              <a:gd name="connsiteY255" fmla="*/ 6585126 h 6858000"/>
              <a:gd name="connsiteX256" fmla="*/ 941262 w 4346425"/>
              <a:gd name="connsiteY256" fmla="*/ 6590318 h 6858000"/>
              <a:gd name="connsiteX257" fmla="*/ 512547 w 4346425"/>
              <a:gd name="connsiteY257" fmla="*/ 6576897 h 6858000"/>
              <a:gd name="connsiteX258" fmla="*/ 501807 w 4346425"/>
              <a:gd name="connsiteY258" fmla="*/ 6598240 h 6858000"/>
              <a:gd name="connsiteX259" fmla="*/ 518927 w 4346425"/>
              <a:gd name="connsiteY259" fmla="*/ 6581095 h 6858000"/>
              <a:gd name="connsiteX260" fmla="*/ 629053 w 4346425"/>
              <a:gd name="connsiteY260" fmla="*/ 6576070 h 6858000"/>
              <a:gd name="connsiteX261" fmla="*/ 622544 w 4346425"/>
              <a:gd name="connsiteY261" fmla="*/ 6582968 h 6858000"/>
              <a:gd name="connsiteX262" fmla="*/ 623677 w 4346425"/>
              <a:gd name="connsiteY262" fmla="*/ 6584558 h 6858000"/>
              <a:gd name="connsiteX263" fmla="*/ 630186 w 4346425"/>
              <a:gd name="connsiteY263" fmla="*/ 6577660 h 6858000"/>
              <a:gd name="connsiteX264" fmla="*/ 754599 w 4346425"/>
              <a:gd name="connsiteY264" fmla="*/ 6574864 h 6858000"/>
              <a:gd name="connsiteX265" fmla="*/ 735520 w 4346425"/>
              <a:gd name="connsiteY265" fmla="*/ 6588469 h 6858000"/>
              <a:gd name="connsiteX266" fmla="*/ 745334 w 4346425"/>
              <a:gd name="connsiteY266" fmla="*/ 6589371 h 6858000"/>
              <a:gd name="connsiteX267" fmla="*/ 970625 w 4346425"/>
              <a:gd name="connsiteY267" fmla="*/ 6558095 h 6858000"/>
              <a:gd name="connsiteX268" fmla="*/ 960322 w 4346425"/>
              <a:gd name="connsiteY268" fmla="*/ 6567981 h 6858000"/>
              <a:gd name="connsiteX269" fmla="*/ 961816 w 4346425"/>
              <a:gd name="connsiteY269" fmla="*/ 6569879 h 6858000"/>
              <a:gd name="connsiteX270" fmla="*/ 971759 w 4346425"/>
              <a:gd name="connsiteY270" fmla="*/ 6559685 h 6858000"/>
              <a:gd name="connsiteX271" fmla="*/ 718283 w 4346425"/>
              <a:gd name="connsiteY271" fmla="*/ 6553216 h 6858000"/>
              <a:gd name="connsiteX272" fmla="*/ 695059 w 4346425"/>
              <a:gd name="connsiteY272" fmla="*/ 6573867 h 6858000"/>
              <a:gd name="connsiteX273" fmla="*/ 689780 w 4346425"/>
              <a:gd name="connsiteY273" fmla="*/ 6579324 h 6858000"/>
              <a:gd name="connsiteX274" fmla="*/ 648261 w 4346425"/>
              <a:gd name="connsiteY274" fmla="*/ 6551370 h 6858000"/>
              <a:gd name="connsiteX275" fmla="*/ 633654 w 4346425"/>
              <a:gd name="connsiteY275" fmla="*/ 6566300 h 6858000"/>
              <a:gd name="connsiteX276" fmla="*/ 635922 w 4346425"/>
              <a:gd name="connsiteY276" fmla="*/ 6569480 h 6858000"/>
              <a:gd name="connsiteX277" fmla="*/ 650529 w 4346425"/>
              <a:gd name="connsiteY277" fmla="*/ 6554549 h 6858000"/>
              <a:gd name="connsiteX278" fmla="*/ 702038 w 4346425"/>
              <a:gd name="connsiteY278" fmla="*/ 6547448 h 6858000"/>
              <a:gd name="connsiteX279" fmla="*/ 693358 w 4346425"/>
              <a:gd name="connsiteY279" fmla="*/ 6548135 h 6858000"/>
              <a:gd name="connsiteX280" fmla="*/ 676205 w 4346425"/>
              <a:gd name="connsiteY280" fmla="*/ 6573345 h 6858000"/>
              <a:gd name="connsiteX281" fmla="*/ 502822 w 4346425"/>
              <a:gd name="connsiteY281" fmla="*/ 6547432 h 6858000"/>
              <a:gd name="connsiteX282" fmla="*/ 485704 w 4346425"/>
              <a:gd name="connsiteY282" fmla="*/ 6564577 h 6858000"/>
              <a:gd name="connsiteX283" fmla="*/ 486837 w 4346425"/>
              <a:gd name="connsiteY283" fmla="*/ 6566167 h 6858000"/>
              <a:gd name="connsiteX284" fmla="*/ 503956 w 4346425"/>
              <a:gd name="connsiteY284" fmla="*/ 6549023 h 6858000"/>
              <a:gd name="connsiteX285" fmla="*/ 412910 w 4346425"/>
              <a:gd name="connsiteY285" fmla="*/ 6540443 h 6858000"/>
              <a:gd name="connsiteX286" fmla="*/ 341368 w 4346425"/>
              <a:gd name="connsiteY286" fmla="*/ 6616991 h 6858000"/>
              <a:gd name="connsiteX287" fmla="*/ 414817 w 4346425"/>
              <a:gd name="connsiteY287" fmla="*/ 6543315 h 6858000"/>
              <a:gd name="connsiteX288" fmla="*/ 786263 w 4346425"/>
              <a:gd name="connsiteY288" fmla="*/ 6537755 h 6858000"/>
              <a:gd name="connsiteX289" fmla="*/ 757304 w 4346425"/>
              <a:gd name="connsiteY289" fmla="*/ 6566587 h 6858000"/>
              <a:gd name="connsiteX290" fmla="*/ 786263 w 4346425"/>
              <a:gd name="connsiteY290" fmla="*/ 6537755 h 6858000"/>
              <a:gd name="connsiteX291" fmla="*/ 480908 w 4346425"/>
              <a:gd name="connsiteY291" fmla="*/ 6533715 h 6858000"/>
              <a:gd name="connsiteX292" fmla="*/ 466166 w 4346425"/>
              <a:gd name="connsiteY292" fmla="*/ 6534211 h 6858000"/>
              <a:gd name="connsiteX293" fmla="*/ 434714 w 4346425"/>
              <a:gd name="connsiteY293" fmla="*/ 6573990 h 6858000"/>
              <a:gd name="connsiteX294" fmla="*/ 480908 w 4346425"/>
              <a:gd name="connsiteY294" fmla="*/ 6533715 h 6858000"/>
              <a:gd name="connsiteX295" fmla="*/ 742367 w 4346425"/>
              <a:gd name="connsiteY295" fmla="*/ 6526450 h 6858000"/>
              <a:gd name="connsiteX296" fmla="*/ 727145 w 4346425"/>
              <a:gd name="connsiteY296" fmla="*/ 6542100 h 6858000"/>
              <a:gd name="connsiteX297" fmla="*/ 727919 w 4346425"/>
              <a:gd name="connsiteY297" fmla="*/ 6543383 h 6858000"/>
              <a:gd name="connsiteX298" fmla="*/ 743501 w 4346425"/>
              <a:gd name="connsiteY298" fmla="*/ 6528040 h 6858000"/>
              <a:gd name="connsiteX299" fmla="*/ 677221 w 4346425"/>
              <a:gd name="connsiteY299" fmla="*/ 6522538 h 6858000"/>
              <a:gd name="connsiteX300" fmla="*/ 670124 w 4346425"/>
              <a:gd name="connsiteY300" fmla="*/ 6530491 h 6858000"/>
              <a:gd name="connsiteX301" fmla="*/ 666111 w 4346425"/>
              <a:gd name="connsiteY301" fmla="*/ 6539207 h 6858000"/>
              <a:gd name="connsiteX302" fmla="*/ 680622 w 4346425"/>
              <a:gd name="connsiteY302" fmla="*/ 6527308 h 6858000"/>
              <a:gd name="connsiteX303" fmla="*/ 366016 w 4346425"/>
              <a:gd name="connsiteY303" fmla="*/ 6520976 h 6858000"/>
              <a:gd name="connsiteX304" fmla="*/ 354176 w 4346425"/>
              <a:gd name="connsiteY304" fmla="*/ 6532663 h 6858000"/>
              <a:gd name="connsiteX305" fmla="*/ 355670 w 4346425"/>
              <a:gd name="connsiteY305" fmla="*/ 6534561 h 6858000"/>
              <a:gd name="connsiteX306" fmla="*/ 367149 w 4346425"/>
              <a:gd name="connsiteY306" fmla="*/ 6522566 h 6858000"/>
              <a:gd name="connsiteX307" fmla="*/ 806509 w 4346425"/>
              <a:gd name="connsiteY307" fmla="*/ 6517676 h 6858000"/>
              <a:gd name="connsiteX308" fmla="*/ 796259 w 4346425"/>
              <a:gd name="connsiteY308" fmla="*/ 6528230 h 6858000"/>
              <a:gd name="connsiteX309" fmla="*/ 799659 w 4346425"/>
              <a:gd name="connsiteY309" fmla="*/ 6532999 h 6858000"/>
              <a:gd name="connsiteX310" fmla="*/ 809910 w 4346425"/>
              <a:gd name="connsiteY310" fmla="*/ 6522446 h 6858000"/>
              <a:gd name="connsiteX311" fmla="*/ 899433 w 4346425"/>
              <a:gd name="connsiteY311" fmla="*/ 6516029 h 6858000"/>
              <a:gd name="connsiteX312" fmla="*/ 878745 w 4346425"/>
              <a:gd name="connsiteY312" fmla="*/ 6525819 h 6858000"/>
              <a:gd name="connsiteX313" fmla="*/ 828444 w 4346425"/>
              <a:gd name="connsiteY313" fmla="*/ 6586823 h 6858000"/>
              <a:gd name="connsiteX314" fmla="*/ 876320 w 4346425"/>
              <a:gd name="connsiteY314" fmla="*/ 6563547 h 6858000"/>
              <a:gd name="connsiteX315" fmla="*/ 888161 w 4346425"/>
              <a:gd name="connsiteY315" fmla="*/ 6551859 h 6858000"/>
              <a:gd name="connsiteX316" fmla="*/ 877487 w 4346425"/>
              <a:gd name="connsiteY316" fmla="*/ 6557072 h 6858000"/>
              <a:gd name="connsiteX317" fmla="*/ 899433 w 4346425"/>
              <a:gd name="connsiteY317" fmla="*/ 6516029 h 6858000"/>
              <a:gd name="connsiteX318" fmla="*/ 583968 w 4346425"/>
              <a:gd name="connsiteY318" fmla="*/ 6515811 h 6858000"/>
              <a:gd name="connsiteX319" fmla="*/ 581298 w 4346425"/>
              <a:gd name="connsiteY319" fmla="*/ 6516023 h 6858000"/>
              <a:gd name="connsiteX320" fmla="*/ 576326 w 4346425"/>
              <a:gd name="connsiteY320" fmla="*/ 6521120 h 6858000"/>
              <a:gd name="connsiteX321" fmla="*/ 510464 w 4346425"/>
              <a:gd name="connsiteY321" fmla="*/ 6495429 h 6858000"/>
              <a:gd name="connsiteX322" fmla="*/ 496393 w 4346425"/>
              <a:gd name="connsiteY322" fmla="*/ 6508637 h 6858000"/>
              <a:gd name="connsiteX323" fmla="*/ 482638 w 4346425"/>
              <a:gd name="connsiteY323" fmla="*/ 6525851 h 6858000"/>
              <a:gd name="connsiteX324" fmla="*/ 513865 w 4346425"/>
              <a:gd name="connsiteY324" fmla="*/ 6500198 h 6858000"/>
              <a:gd name="connsiteX325" fmla="*/ 784396 w 4346425"/>
              <a:gd name="connsiteY325" fmla="*/ 6484488 h 6858000"/>
              <a:gd name="connsiteX326" fmla="*/ 765740 w 4346425"/>
              <a:gd name="connsiteY326" fmla="*/ 6503435 h 6858000"/>
              <a:gd name="connsiteX327" fmla="*/ 785530 w 4346425"/>
              <a:gd name="connsiteY327" fmla="*/ 6486079 h 6858000"/>
              <a:gd name="connsiteX328" fmla="*/ 710114 w 4346425"/>
              <a:gd name="connsiteY328" fmla="*/ 6483987 h 6858000"/>
              <a:gd name="connsiteX329" fmla="*/ 704412 w 4346425"/>
              <a:gd name="connsiteY329" fmla="*/ 6484103 h 6858000"/>
              <a:gd name="connsiteX330" fmla="*/ 699441 w 4346425"/>
              <a:gd name="connsiteY330" fmla="*/ 6489199 h 6858000"/>
              <a:gd name="connsiteX331" fmla="*/ 573971 w 4346425"/>
              <a:gd name="connsiteY331" fmla="*/ 6478642 h 6858000"/>
              <a:gd name="connsiteX332" fmla="*/ 541111 w 4346425"/>
              <a:gd name="connsiteY332" fmla="*/ 6509127 h 6858000"/>
              <a:gd name="connsiteX333" fmla="*/ 573971 w 4346425"/>
              <a:gd name="connsiteY333" fmla="*/ 6478642 h 6858000"/>
              <a:gd name="connsiteX334" fmla="*/ 644141 w 4346425"/>
              <a:gd name="connsiteY334" fmla="*/ 6478125 h 6858000"/>
              <a:gd name="connsiteX335" fmla="*/ 561979 w 4346425"/>
              <a:gd name="connsiteY335" fmla="*/ 6560553 h 6858000"/>
              <a:gd name="connsiteX336" fmla="*/ 570256 w 4346425"/>
              <a:gd name="connsiteY336" fmla="*/ 6563257 h 6858000"/>
              <a:gd name="connsiteX337" fmla="*/ 495737 w 4346425"/>
              <a:gd name="connsiteY337" fmla="*/ 6640377 h 6858000"/>
              <a:gd name="connsiteX338" fmla="*/ 649036 w 4346425"/>
              <a:gd name="connsiteY338" fmla="*/ 6484792 h 6858000"/>
              <a:gd name="connsiteX339" fmla="*/ 763986 w 4346425"/>
              <a:gd name="connsiteY339" fmla="*/ 6477034 h 6858000"/>
              <a:gd name="connsiteX340" fmla="*/ 755273 w 4346425"/>
              <a:gd name="connsiteY340" fmla="*/ 6485786 h 6858000"/>
              <a:gd name="connsiteX341" fmla="*/ 769284 w 4346425"/>
              <a:gd name="connsiteY341" fmla="*/ 6480310 h 6858000"/>
              <a:gd name="connsiteX342" fmla="*/ 1042056 w 4346425"/>
              <a:gd name="connsiteY342" fmla="*/ 6475383 h 6858000"/>
              <a:gd name="connsiteX343" fmla="*/ 1034356 w 4346425"/>
              <a:gd name="connsiteY343" fmla="*/ 6480486 h 6858000"/>
              <a:gd name="connsiteX344" fmla="*/ 1027179 w 4346425"/>
              <a:gd name="connsiteY344" fmla="*/ 6487437 h 6858000"/>
              <a:gd name="connsiteX345" fmla="*/ 1036220 w 4346425"/>
              <a:gd name="connsiteY345" fmla="*/ 6487058 h 6858000"/>
              <a:gd name="connsiteX346" fmla="*/ 1023212 w 4346425"/>
              <a:gd name="connsiteY346" fmla="*/ 6505221 h 6858000"/>
              <a:gd name="connsiteX347" fmla="*/ 1048738 w 4346425"/>
              <a:gd name="connsiteY347" fmla="*/ 6479683 h 6858000"/>
              <a:gd name="connsiteX348" fmla="*/ 1042056 w 4346425"/>
              <a:gd name="connsiteY348" fmla="*/ 6475383 h 6858000"/>
              <a:gd name="connsiteX349" fmla="*/ 615051 w 4346425"/>
              <a:gd name="connsiteY349" fmla="*/ 6471358 h 6858000"/>
              <a:gd name="connsiteX350" fmla="*/ 602774 w 4346425"/>
              <a:gd name="connsiteY350" fmla="*/ 6494502 h 6858000"/>
              <a:gd name="connsiteX351" fmla="*/ 619586 w 4346425"/>
              <a:gd name="connsiteY351" fmla="*/ 6477717 h 6858000"/>
              <a:gd name="connsiteX352" fmla="*/ 416144 w 4346425"/>
              <a:gd name="connsiteY352" fmla="*/ 6470982 h 6858000"/>
              <a:gd name="connsiteX353" fmla="*/ 411172 w 4346425"/>
              <a:gd name="connsiteY353" fmla="*/ 6476079 h 6858000"/>
              <a:gd name="connsiteX354" fmla="*/ 419175 w 4346425"/>
              <a:gd name="connsiteY354" fmla="*/ 6471079 h 6858000"/>
              <a:gd name="connsiteX355" fmla="*/ 738330 w 4346425"/>
              <a:gd name="connsiteY355" fmla="*/ 6466972 h 6858000"/>
              <a:gd name="connsiteX356" fmla="*/ 707410 w 4346425"/>
              <a:gd name="connsiteY356" fmla="*/ 6492264 h 6858000"/>
              <a:gd name="connsiteX357" fmla="*/ 711118 w 4346425"/>
              <a:gd name="connsiteY357" fmla="*/ 6496674 h 6858000"/>
              <a:gd name="connsiteX358" fmla="*/ 660243 w 4346425"/>
              <a:gd name="connsiteY358" fmla="*/ 6465092 h 6858000"/>
              <a:gd name="connsiteX359" fmla="*/ 657846 w 4346425"/>
              <a:gd name="connsiteY359" fmla="*/ 6473008 h 6858000"/>
              <a:gd name="connsiteX360" fmla="*/ 665848 w 4346425"/>
              <a:gd name="connsiteY360" fmla="*/ 6468008 h 6858000"/>
              <a:gd name="connsiteX361" fmla="*/ 660243 w 4346425"/>
              <a:gd name="connsiteY361" fmla="*/ 6465092 h 6858000"/>
              <a:gd name="connsiteX362" fmla="*/ 1050860 w 4346425"/>
              <a:gd name="connsiteY362" fmla="*/ 6464062 h 6858000"/>
              <a:gd name="connsiteX363" fmla="*/ 1049631 w 4346425"/>
              <a:gd name="connsiteY363" fmla="*/ 6465503 h 6858000"/>
              <a:gd name="connsiteX364" fmla="*/ 1051224 w 4346425"/>
              <a:gd name="connsiteY364" fmla="*/ 6464523 h 6858000"/>
              <a:gd name="connsiteX365" fmla="*/ 592045 w 4346425"/>
              <a:gd name="connsiteY365" fmla="*/ 6452351 h 6858000"/>
              <a:gd name="connsiteX366" fmla="*/ 580565 w 4346425"/>
              <a:gd name="connsiteY366" fmla="*/ 6464347 h 6858000"/>
              <a:gd name="connsiteX367" fmla="*/ 583192 w 4346425"/>
              <a:gd name="connsiteY367" fmla="*/ 6467833 h 6858000"/>
              <a:gd name="connsiteX368" fmla="*/ 594673 w 4346425"/>
              <a:gd name="connsiteY368" fmla="*/ 6455838 h 6858000"/>
              <a:gd name="connsiteX369" fmla="*/ 813855 w 4346425"/>
              <a:gd name="connsiteY369" fmla="*/ 6449234 h 6858000"/>
              <a:gd name="connsiteX370" fmla="*/ 787100 w 4346425"/>
              <a:gd name="connsiteY370" fmla="*/ 6476212 h 6858000"/>
              <a:gd name="connsiteX371" fmla="*/ 789368 w 4346425"/>
              <a:gd name="connsiteY371" fmla="*/ 6479392 h 6858000"/>
              <a:gd name="connsiteX372" fmla="*/ 816483 w 4346425"/>
              <a:gd name="connsiteY372" fmla="*/ 6452721 h 6858000"/>
              <a:gd name="connsiteX373" fmla="*/ 740337 w 4346425"/>
              <a:gd name="connsiteY373" fmla="*/ 6445648 h 6858000"/>
              <a:gd name="connsiteX374" fmla="*/ 735057 w 4346425"/>
              <a:gd name="connsiteY374" fmla="*/ 6451105 h 6858000"/>
              <a:gd name="connsiteX375" fmla="*/ 750477 w 4346425"/>
              <a:gd name="connsiteY375" fmla="*/ 6454923 h 6858000"/>
              <a:gd name="connsiteX376" fmla="*/ 1009711 w 4346425"/>
              <a:gd name="connsiteY376" fmla="*/ 6440781 h 6858000"/>
              <a:gd name="connsiteX377" fmla="*/ 704870 w 4346425"/>
              <a:gd name="connsiteY377" fmla="*/ 6757187 h 6858000"/>
              <a:gd name="connsiteX378" fmla="*/ 1013473 w 4346425"/>
              <a:gd name="connsiteY378" fmla="*/ 6445858 h 6858000"/>
              <a:gd name="connsiteX379" fmla="*/ 796573 w 4346425"/>
              <a:gd name="connsiteY379" fmla="*/ 6438844 h 6858000"/>
              <a:gd name="connsiteX380" fmla="*/ 792331 w 4346425"/>
              <a:gd name="connsiteY380" fmla="*/ 6448922 h 6858000"/>
              <a:gd name="connsiteX381" fmla="*/ 803408 w 4346425"/>
              <a:gd name="connsiteY381" fmla="*/ 6440319 h 6858000"/>
              <a:gd name="connsiteX382" fmla="*/ 796573 w 4346425"/>
              <a:gd name="connsiteY382" fmla="*/ 6438844 h 6858000"/>
              <a:gd name="connsiteX383" fmla="*/ 651705 w 4346425"/>
              <a:gd name="connsiteY383" fmla="*/ 6437885 h 6858000"/>
              <a:gd name="connsiteX384" fmla="*/ 644403 w 4346425"/>
              <a:gd name="connsiteY384" fmla="*/ 6438171 h 6858000"/>
              <a:gd name="connsiteX385" fmla="*/ 643787 w 4346425"/>
              <a:gd name="connsiteY385" fmla="*/ 6441820 h 6858000"/>
              <a:gd name="connsiteX386" fmla="*/ 626248 w 4346425"/>
              <a:gd name="connsiteY386" fmla="*/ 6450493 h 6858000"/>
              <a:gd name="connsiteX387" fmla="*/ 619652 w 4346425"/>
              <a:gd name="connsiteY387" fmla="*/ 6461587 h 6858000"/>
              <a:gd name="connsiteX388" fmla="*/ 651705 w 4346425"/>
              <a:gd name="connsiteY388" fmla="*/ 6437885 h 6858000"/>
              <a:gd name="connsiteX389" fmla="*/ 761376 w 4346425"/>
              <a:gd name="connsiteY389" fmla="*/ 6435585 h 6858000"/>
              <a:gd name="connsiteX390" fmla="*/ 754412 w 4346425"/>
              <a:gd name="connsiteY390" fmla="*/ 6445206 h 6858000"/>
              <a:gd name="connsiteX391" fmla="*/ 762817 w 4346425"/>
              <a:gd name="connsiteY391" fmla="*/ 6436814 h 6858000"/>
              <a:gd name="connsiteX392" fmla="*/ 645273 w 4346425"/>
              <a:gd name="connsiteY392" fmla="*/ 6433020 h 6858000"/>
              <a:gd name="connsiteX393" fmla="*/ 643333 w 4346425"/>
              <a:gd name="connsiteY393" fmla="*/ 6438212 h 6858000"/>
              <a:gd name="connsiteX394" fmla="*/ 644403 w 4346425"/>
              <a:gd name="connsiteY394" fmla="*/ 6438171 h 6858000"/>
              <a:gd name="connsiteX395" fmla="*/ 455540 w 4346425"/>
              <a:gd name="connsiteY395" fmla="*/ 6428184 h 6858000"/>
              <a:gd name="connsiteX396" fmla="*/ 444541 w 4346425"/>
              <a:gd name="connsiteY396" fmla="*/ 6443538 h 6858000"/>
              <a:gd name="connsiteX397" fmla="*/ 451953 w 4346425"/>
              <a:gd name="connsiteY397" fmla="*/ 6435855 h 6858000"/>
              <a:gd name="connsiteX398" fmla="*/ 816318 w 4346425"/>
              <a:gd name="connsiteY398" fmla="*/ 6425187 h 6858000"/>
              <a:gd name="connsiteX399" fmla="*/ 807913 w 4346425"/>
              <a:gd name="connsiteY399" fmla="*/ 6433579 h 6858000"/>
              <a:gd name="connsiteX400" fmla="*/ 820028 w 4346425"/>
              <a:gd name="connsiteY400" fmla="*/ 6429596 h 6858000"/>
              <a:gd name="connsiteX401" fmla="*/ 620698 w 4346425"/>
              <a:gd name="connsiteY401" fmla="*/ 6423879 h 6858000"/>
              <a:gd name="connsiteX402" fmla="*/ 598914 w 4346425"/>
              <a:gd name="connsiteY402" fmla="*/ 6445761 h 6858000"/>
              <a:gd name="connsiteX403" fmla="*/ 601542 w 4346425"/>
              <a:gd name="connsiteY403" fmla="*/ 6449248 h 6858000"/>
              <a:gd name="connsiteX404" fmla="*/ 623326 w 4346425"/>
              <a:gd name="connsiteY404" fmla="*/ 6427367 h 6858000"/>
              <a:gd name="connsiteX405" fmla="*/ 909334 w 4346425"/>
              <a:gd name="connsiteY405" fmla="*/ 6422379 h 6858000"/>
              <a:gd name="connsiteX406" fmla="*/ 897657 w 4346425"/>
              <a:gd name="connsiteY406" fmla="*/ 6434200 h 6858000"/>
              <a:gd name="connsiteX407" fmla="*/ 908476 w 4346425"/>
              <a:gd name="connsiteY407" fmla="*/ 6424987 h 6858000"/>
              <a:gd name="connsiteX408" fmla="*/ 857729 w 4346425"/>
              <a:gd name="connsiteY408" fmla="*/ 6405111 h 6858000"/>
              <a:gd name="connsiteX409" fmla="*/ 822991 w 4346425"/>
              <a:gd name="connsiteY409" fmla="*/ 6445823 h 6858000"/>
              <a:gd name="connsiteX410" fmla="*/ 857729 w 4346425"/>
              <a:gd name="connsiteY410" fmla="*/ 6405111 h 6858000"/>
              <a:gd name="connsiteX411" fmla="*/ 923735 w 4346425"/>
              <a:gd name="connsiteY411" fmla="*/ 6402909 h 6858000"/>
              <a:gd name="connsiteX412" fmla="*/ 852472 w 4346425"/>
              <a:gd name="connsiteY412" fmla="*/ 6465997 h 6858000"/>
              <a:gd name="connsiteX413" fmla="*/ 816548 w 4346425"/>
              <a:gd name="connsiteY413" fmla="*/ 6504451 h 6858000"/>
              <a:gd name="connsiteX414" fmla="*/ 847370 w 4346425"/>
              <a:gd name="connsiteY414" fmla="*/ 6482190 h 6858000"/>
              <a:gd name="connsiteX415" fmla="*/ 863049 w 4346425"/>
              <a:gd name="connsiteY415" fmla="*/ 6463815 h 6858000"/>
              <a:gd name="connsiteX416" fmla="*/ 860715 w 4346425"/>
              <a:gd name="connsiteY416" fmla="*/ 6476766 h 6858000"/>
              <a:gd name="connsiteX417" fmla="*/ 876796 w 4346425"/>
              <a:gd name="connsiteY417" fmla="*/ 6455000 h 6858000"/>
              <a:gd name="connsiteX418" fmla="*/ 870999 w 4346425"/>
              <a:gd name="connsiteY418" fmla="*/ 6458147 h 6858000"/>
              <a:gd name="connsiteX419" fmla="*/ 911895 w 4346425"/>
              <a:gd name="connsiteY419" fmla="*/ 6414596 h 6858000"/>
              <a:gd name="connsiteX420" fmla="*/ 909334 w 4346425"/>
              <a:gd name="connsiteY420" fmla="*/ 6422379 h 6858000"/>
              <a:gd name="connsiteX421" fmla="*/ 923937 w 4346425"/>
              <a:gd name="connsiteY421" fmla="*/ 6407596 h 6858000"/>
              <a:gd name="connsiteX422" fmla="*/ 914926 w 4346425"/>
              <a:gd name="connsiteY422" fmla="*/ 6414692 h 6858000"/>
              <a:gd name="connsiteX423" fmla="*/ 923735 w 4346425"/>
              <a:gd name="connsiteY423" fmla="*/ 6402909 h 6858000"/>
              <a:gd name="connsiteX424" fmla="*/ 930962 w 4346425"/>
              <a:gd name="connsiteY424" fmla="*/ 6400484 h 6858000"/>
              <a:gd name="connsiteX425" fmla="*/ 923937 w 4346425"/>
              <a:gd name="connsiteY425" fmla="*/ 6407596 h 6858000"/>
              <a:gd name="connsiteX426" fmla="*/ 928918 w 4346425"/>
              <a:gd name="connsiteY426" fmla="*/ 6403674 h 6858000"/>
              <a:gd name="connsiteX427" fmla="*/ 853324 w 4346425"/>
              <a:gd name="connsiteY427" fmla="*/ 6387655 h 6858000"/>
              <a:gd name="connsiteX428" fmla="*/ 827429 w 4346425"/>
              <a:gd name="connsiteY428" fmla="*/ 6408518 h 6858000"/>
              <a:gd name="connsiteX429" fmla="*/ 826569 w 4346425"/>
              <a:gd name="connsiteY429" fmla="*/ 6414633 h 6858000"/>
              <a:gd name="connsiteX430" fmla="*/ 737380 w 4346425"/>
              <a:gd name="connsiteY430" fmla="*/ 6387094 h 6858000"/>
              <a:gd name="connsiteX431" fmla="*/ 693813 w 4346425"/>
              <a:gd name="connsiteY431" fmla="*/ 6430856 h 6858000"/>
              <a:gd name="connsiteX432" fmla="*/ 690412 w 4346425"/>
              <a:gd name="connsiteY432" fmla="*/ 6426086 h 6858000"/>
              <a:gd name="connsiteX433" fmla="*/ 677732 w 4346425"/>
              <a:gd name="connsiteY433" fmla="*/ 6452622 h 6858000"/>
              <a:gd name="connsiteX434" fmla="*/ 737380 w 4346425"/>
              <a:gd name="connsiteY434" fmla="*/ 6387094 h 6858000"/>
              <a:gd name="connsiteX435" fmla="*/ 693587 w 4346425"/>
              <a:gd name="connsiteY435" fmla="*/ 6383672 h 6858000"/>
              <a:gd name="connsiteX436" fmla="*/ 692701 w 4346425"/>
              <a:gd name="connsiteY436" fmla="*/ 6384458 h 6858000"/>
              <a:gd name="connsiteX437" fmla="*/ 689973 w 4346425"/>
              <a:gd name="connsiteY437" fmla="*/ 6390847 h 6858000"/>
              <a:gd name="connsiteX438" fmla="*/ 690769 w 4346425"/>
              <a:gd name="connsiteY438" fmla="*/ 6391135 h 6858000"/>
              <a:gd name="connsiteX439" fmla="*/ 690792 w 4346425"/>
              <a:gd name="connsiteY439" fmla="*/ 6391108 h 6858000"/>
              <a:gd name="connsiteX440" fmla="*/ 668789 w 4346425"/>
              <a:gd name="connsiteY440" fmla="*/ 6382110 h 6858000"/>
              <a:gd name="connsiteX441" fmla="*/ 632231 w 4346425"/>
              <a:gd name="connsiteY441" fmla="*/ 6412552 h 6858000"/>
              <a:gd name="connsiteX442" fmla="*/ 633269 w 4346425"/>
              <a:gd name="connsiteY442" fmla="*/ 6417173 h 6858000"/>
              <a:gd name="connsiteX443" fmla="*/ 696515 w 4346425"/>
              <a:gd name="connsiteY443" fmla="*/ 6375884 h 6858000"/>
              <a:gd name="connsiteX444" fmla="*/ 693587 w 4346425"/>
              <a:gd name="connsiteY444" fmla="*/ 6383672 h 6858000"/>
              <a:gd name="connsiteX445" fmla="*/ 698783 w 4346425"/>
              <a:gd name="connsiteY445" fmla="*/ 6379063 h 6858000"/>
              <a:gd name="connsiteX446" fmla="*/ 709893 w 4346425"/>
              <a:gd name="connsiteY446" fmla="*/ 6362394 h 6858000"/>
              <a:gd name="connsiteX447" fmla="*/ 693778 w 4346425"/>
              <a:gd name="connsiteY447" fmla="*/ 6392225 h 6858000"/>
              <a:gd name="connsiteX448" fmla="*/ 690769 w 4346425"/>
              <a:gd name="connsiteY448" fmla="*/ 6391135 h 6858000"/>
              <a:gd name="connsiteX449" fmla="*/ 680760 w 4346425"/>
              <a:gd name="connsiteY449" fmla="*/ 6402830 h 6858000"/>
              <a:gd name="connsiteX450" fmla="*/ 668431 w 4346425"/>
              <a:gd name="connsiteY450" fmla="*/ 6428498 h 6858000"/>
              <a:gd name="connsiteX451" fmla="*/ 686472 w 4346425"/>
              <a:gd name="connsiteY451" fmla="*/ 6410273 h 6858000"/>
              <a:gd name="connsiteX452" fmla="*/ 715432 w 4346425"/>
              <a:gd name="connsiteY452" fmla="*/ 6381440 h 6858000"/>
              <a:gd name="connsiteX453" fmla="*/ 730707 w 4346425"/>
              <a:gd name="connsiteY453" fmla="*/ 6366458 h 6858000"/>
              <a:gd name="connsiteX454" fmla="*/ 715158 w 4346425"/>
              <a:gd name="connsiteY454" fmla="*/ 6373735 h 6858000"/>
              <a:gd name="connsiteX455" fmla="*/ 1155761 w 4346425"/>
              <a:gd name="connsiteY455" fmla="*/ 6350606 h 6858000"/>
              <a:gd name="connsiteX456" fmla="*/ 1125073 w 4346425"/>
              <a:gd name="connsiteY456" fmla="*/ 6387302 h 6858000"/>
              <a:gd name="connsiteX457" fmla="*/ 1126206 w 4346425"/>
              <a:gd name="connsiteY457" fmla="*/ 6388892 h 6858000"/>
              <a:gd name="connsiteX458" fmla="*/ 1114822 w 4346425"/>
              <a:gd name="connsiteY458" fmla="*/ 6397856 h 6858000"/>
              <a:gd name="connsiteX459" fmla="*/ 1117801 w 4346425"/>
              <a:gd name="connsiteY459" fmla="*/ 6397284 h 6858000"/>
              <a:gd name="connsiteX460" fmla="*/ 1075483 w 4346425"/>
              <a:gd name="connsiteY460" fmla="*/ 6448339 h 6858000"/>
              <a:gd name="connsiteX461" fmla="*/ 1061779 w 4346425"/>
              <a:gd name="connsiteY461" fmla="*/ 6453455 h 6858000"/>
              <a:gd name="connsiteX462" fmla="*/ 1064046 w 4346425"/>
              <a:gd name="connsiteY462" fmla="*/ 6456635 h 6858000"/>
              <a:gd name="connsiteX463" fmla="*/ 1051224 w 4346425"/>
              <a:gd name="connsiteY463" fmla="*/ 6464523 h 6858000"/>
              <a:gd name="connsiteX464" fmla="*/ 1056836 w 4346425"/>
              <a:gd name="connsiteY464" fmla="*/ 6471651 h 6858000"/>
              <a:gd name="connsiteX465" fmla="*/ 1161737 w 4346425"/>
              <a:gd name="connsiteY465" fmla="*/ 6358195 h 6858000"/>
              <a:gd name="connsiteX466" fmla="*/ 834223 w 4346425"/>
              <a:gd name="connsiteY466" fmla="*/ 6345830 h 6858000"/>
              <a:gd name="connsiteX467" fmla="*/ 814512 w 4346425"/>
              <a:gd name="connsiteY467" fmla="*/ 6363595 h 6858000"/>
              <a:gd name="connsiteX468" fmla="*/ 812555 w 4346425"/>
              <a:gd name="connsiteY468" fmla="*/ 6373413 h 6858000"/>
              <a:gd name="connsiteX469" fmla="*/ 825837 w 4346425"/>
              <a:gd name="connsiteY469" fmla="*/ 6362956 h 6858000"/>
              <a:gd name="connsiteX470" fmla="*/ 773831 w 4346425"/>
              <a:gd name="connsiteY470" fmla="*/ 6423176 h 6858000"/>
              <a:gd name="connsiteX471" fmla="*/ 777539 w 4346425"/>
              <a:gd name="connsiteY471" fmla="*/ 6427586 h 6858000"/>
              <a:gd name="connsiteX472" fmla="*/ 841289 w 4346425"/>
              <a:gd name="connsiteY472" fmla="*/ 6358709 h 6858000"/>
              <a:gd name="connsiteX473" fmla="*/ 829886 w 4346425"/>
              <a:gd name="connsiteY473" fmla="*/ 6358940 h 6858000"/>
              <a:gd name="connsiteX474" fmla="*/ 556461 w 4346425"/>
              <a:gd name="connsiteY474" fmla="*/ 6327087 h 6858000"/>
              <a:gd name="connsiteX475" fmla="*/ 553975 w 4346425"/>
              <a:gd name="connsiteY475" fmla="*/ 6328564 h 6858000"/>
              <a:gd name="connsiteX476" fmla="*/ 555784 w 4346425"/>
              <a:gd name="connsiteY476" fmla="*/ 6327791 h 6858000"/>
              <a:gd name="connsiteX477" fmla="*/ 879823 w 4346425"/>
              <a:gd name="connsiteY477" fmla="*/ 6317250 h 6858000"/>
              <a:gd name="connsiteX478" fmla="*/ 849177 w 4346425"/>
              <a:gd name="connsiteY478" fmla="*/ 6348006 h 6858000"/>
              <a:gd name="connsiteX479" fmla="*/ 867001 w 4346425"/>
              <a:gd name="connsiteY479" fmla="*/ 6334664 h 6858000"/>
              <a:gd name="connsiteX480" fmla="*/ 865281 w 4346425"/>
              <a:gd name="connsiteY480" fmla="*/ 6313810 h 6858000"/>
              <a:gd name="connsiteX481" fmla="*/ 849732 w 4346425"/>
              <a:gd name="connsiteY481" fmla="*/ 6321088 h 6858000"/>
              <a:gd name="connsiteX482" fmla="*/ 845035 w 4346425"/>
              <a:gd name="connsiteY482" fmla="*/ 6333889 h 6858000"/>
              <a:gd name="connsiteX483" fmla="*/ 865281 w 4346425"/>
              <a:gd name="connsiteY483" fmla="*/ 6313810 h 6858000"/>
              <a:gd name="connsiteX484" fmla="*/ 950958 w 4346425"/>
              <a:gd name="connsiteY484" fmla="*/ 6309712 h 6858000"/>
              <a:gd name="connsiteX485" fmla="*/ 864291 w 4346425"/>
              <a:gd name="connsiteY485" fmla="*/ 6398880 h 6858000"/>
              <a:gd name="connsiteX486" fmla="*/ 950958 w 4346425"/>
              <a:gd name="connsiteY486" fmla="*/ 6309712 h 6858000"/>
              <a:gd name="connsiteX487" fmla="*/ 736843 w 4346425"/>
              <a:gd name="connsiteY487" fmla="*/ 6308190 h 6858000"/>
              <a:gd name="connsiteX488" fmla="*/ 670825 w 4346425"/>
              <a:gd name="connsiteY488" fmla="*/ 6373887 h 6858000"/>
              <a:gd name="connsiteX489" fmla="*/ 736843 w 4346425"/>
              <a:gd name="connsiteY489" fmla="*/ 6308190 h 6858000"/>
              <a:gd name="connsiteX490" fmla="*/ 750010 w 4346425"/>
              <a:gd name="connsiteY490" fmla="*/ 6292030 h 6858000"/>
              <a:gd name="connsiteX491" fmla="*/ 743808 w 4346425"/>
              <a:gd name="connsiteY491" fmla="*/ 6298568 h 6858000"/>
              <a:gd name="connsiteX492" fmla="*/ 744942 w 4346425"/>
              <a:gd name="connsiteY492" fmla="*/ 6300157 h 6858000"/>
              <a:gd name="connsiteX493" fmla="*/ 751451 w 4346425"/>
              <a:gd name="connsiteY493" fmla="*/ 6293260 h 6858000"/>
              <a:gd name="connsiteX494" fmla="*/ 909862 w 4346425"/>
              <a:gd name="connsiteY494" fmla="*/ 6287100 h 6858000"/>
              <a:gd name="connsiteX495" fmla="*/ 892903 w 4346425"/>
              <a:gd name="connsiteY495" fmla="*/ 6299429 h 6858000"/>
              <a:gd name="connsiteX496" fmla="*/ 880096 w 4346425"/>
              <a:gd name="connsiteY496" fmla="*/ 6316878 h 6858000"/>
              <a:gd name="connsiteX497" fmla="*/ 879823 w 4346425"/>
              <a:gd name="connsiteY497" fmla="*/ 6317250 h 6858000"/>
              <a:gd name="connsiteX498" fmla="*/ 953684 w 4346425"/>
              <a:gd name="connsiteY498" fmla="*/ 6283292 h 6858000"/>
              <a:gd name="connsiteX499" fmla="*/ 945281 w 4346425"/>
              <a:gd name="connsiteY499" fmla="*/ 6287933 h 6858000"/>
              <a:gd name="connsiteX500" fmla="*/ 899648 w 4346425"/>
              <a:gd name="connsiteY500" fmla="*/ 6336283 h 6858000"/>
              <a:gd name="connsiteX501" fmla="*/ 883600 w 4346425"/>
              <a:gd name="connsiteY501" fmla="*/ 6349984 h 6858000"/>
              <a:gd name="connsiteX502" fmla="*/ 872033 w 4346425"/>
              <a:gd name="connsiteY502" fmla="*/ 6369377 h 6858000"/>
              <a:gd name="connsiteX503" fmla="*/ 606088 w 4346425"/>
              <a:gd name="connsiteY503" fmla="*/ 6277559 h 6858000"/>
              <a:gd name="connsiteX504" fmla="*/ 572764 w 4346425"/>
              <a:gd name="connsiteY504" fmla="*/ 6310138 h 6858000"/>
              <a:gd name="connsiteX505" fmla="*/ 556461 w 4346425"/>
              <a:gd name="connsiteY505" fmla="*/ 6327087 h 6858000"/>
              <a:gd name="connsiteX506" fmla="*/ 571710 w 4346425"/>
              <a:gd name="connsiteY506" fmla="*/ 6318032 h 6858000"/>
              <a:gd name="connsiteX507" fmla="*/ 606088 w 4346425"/>
              <a:gd name="connsiteY507" fmla="*/ 6277559 h 6858000"/>
              <a:gd name="connsiteX508" fmla="*/ 961758 w 4346425"/>
              <a:gd name="connsiteY508" fmla="*/ 6274779 h 6858000"/>
              <a:gd name="connsiteX509" fmla="*/ 953684 w 4346425"/>
              <a:gd name="connsiteY509" fmla="*/ 6283292 h 6858000"/>
              <a:gd name="connsiteX510" fmla="*/ 962908 w 4346425"/>
              <a:gd name="connsiteY510" fmla="*/ 6278197 h 6858000"/>
              <a:gd name="connsiteX511" fmla="*/ 988366 w 4346425"/>
              <a:gd name="connsiteY511" fmla="*/ 6268789 h 6858000"/>
              <a:gd name="connsiteX512" fmla="*/ 973027 w 4346425"/>
              <a:gd name="connsiteY512" fmla="*/ 6280838 h 6858000"/>
              <a:gd name="connsiteX513" fmla="*/ 959364 w 4346425"/>
              <a:gd name="connsiteY513" fmla="*/ 6301320 h 6858000"/>
              <a:gd name="connsiteX514" fmla="*/ 976450 w 4346425"/>
              <a:gd name="connsiteY514" fmla="*/ 6292241 h 6858000"/>
              <a:gd name="connsiteX515" fmla="*/ 976013 w 4346425"/>
              <a:gd name="connsiteY515" fmla="*/ 6303698 h 6858000"/>
              <a:gd name="connsiteX516" fmla="*/ 971350 w 4346425"/>
              <a:gd name="connsiteY516" fmla="*/ 6308434 h 6858000"/>
              <a:gd name="connsiteX517" fmla="*/ 981990 w 4346425"/>
              <a:gd name="connsiteY517" fmla="*/ 6311287 h 6858000"/>
              <a:gd name="connsiteX518" fmla="*/ 988532 w 4346425"/>
              <a:gd name="connsiteY518" fmla="*/ 6296324 h 6858000"/>
              <a:gd name="connsiteX519" fmla="*/ 988366 w 4346425"/>
              <a:gd name="connsiteY519" fmla="*/ 6268789 h 6858000"/>
              <a:gd name="connsiteX520" fmla="*/ 977452 w 4346425"/>
              <a:gd name="connsiteY520" fmla="*/ 6258232 h 6858000"/>
              <a:gd name="connsiteX521" fmla="*/ 964684 w 4346425"/>
              <a:gd name="connsiteY521" fmla="*/ 6265625 h 6858000"/>
              <a:gd name="connsiteX522" fmla="*/ 960396 w 4346425"/>
              <a:gd name="connsiteY522" fmla="*/ 6270731 h 6858000"/>
              <a:gd name="connsiteX523" fmla="*/ 961758 w 4346425"/>
              <a:gd name="connsiteY523" fmla="*/ 6274779 h 6858000"/>
              <a:gd name="connsiteX524" fmla="*/ 875968 w 4346425"/>
              <a:gd name="connsiteY524" fmla="*/ 6177242 h 6858000"/>
              <a:gd name="connsiteX525" fmla="*/ 865718 w 4346425"/>
              <a:gd name="connsiteY525" fmla="*/ 6187796 h 6858000"/>
              <a:gd name="connsiteX526" fmla="*/ 868293 w 4346425"/>
              <a:gd name="connsiteY526" fmla="*/ 6190616 h 6858000"/>
              <a:gd name="connsiteX527" fmla="*/ 878236 w 4346425"/>
              <a:gd name="connsiteY527" fmla="*/ 6180422 h 6858000"/>
              <a:gd name="connsiteX528" fmla="*/ 948151 w 4346425"/>
              <a:gd name="connsiteY528" fmla="*/ 6124888 h 6858000"/>
              <a:gd name="connsiteX529" fmla="*/ 924651 w 4346425"/>
              <a:gd name="connsiteY529" fmla="*/ 6147185 h 6858000"/>
              <a:gd name="connsiteX530" fmla="*/ 941579 w 4346425"/>
              <a:gd name="connsiteY530" fmla="*/ 6133456 h 6858000"/>
              <a:gd name="connsiteX531" fmla="*/ 948294 w 4346425"/>
              <a:gd name="connsiteY531" fmla="*/ 6124752 h 6858000"/>
              <a:gd name="connsiteX532" fmla="*/ 948244 w 4346425"/>
              <a:gd name="connsiteY532" fmla="*/ 6124766 h 6858000"/>
              <a:gd name="connsiteX533" fmla="*/ 948151 w 4346425"/>
              <a:gd name="connsiteY533" fmla="*/ 6124888 h 6858000"/>
              <a:gd name="connsiteX534" fmla="*/ 938922 w 4346425"/>
              <a:gd name="connsiteY534" fmla="*/ 6119515 h 6858000"/>
              <a:gd name="connsiteX535" fmla="*/ 933272 w 4346425"/>
              <a:gd name="connsiteY535" fmla="*/ 6120299 h 6858000"/>
              <a:gd name="connsiteX536" fmla="*/ 926404 w 4346425"/>
              <a:gd name="connsiteY536" fmla="*/ 6126890 h 6858000"/>
              <a:gd name="connsiteX537" fmla="*/ 947946 w 4346425"/>
              <a:gd name="connsiteY537" fmla="*/ 6089238 h 6858000"/>
              <a:gd name="connsiteX538" fmla="*/ 756877 w 4346425"/>
              <a:gd name="connsiteY538" fmla="*/ 6285439 h 6858000"/>
              <a:gd name="connsiteX539" fmla="*/ 760278 w 4346425"/>
              <a:gd name="connsiteY539" fmla="*/ 6290209 h 6858000"/>
              <a:gd name="connsiteX540" fmla="*/ 949853 w 4346425"/>
              <a:gd name="connsiteY540" fmla="*/ 6092110 h 6858000"/>
              <a:gd name="connsiteX541" fmla="*/ 2824049 w 4346425"/>
              <a:gd name="connsiteY541" fmla="*/ 5328641 h 6858000"/>
              <a:gd name="connsiteX542" fmla="*/ 2822512 w 4346425"/>
              <a:gd name="connsiteY542" fmla="*/ 5330442 h 6858000"/>
              <a:gd name="connsiteX543" fmla="*/ 2827662 w 4346425"/>
              <a:gd name="connsiteY543" fmla="*/ 5336081 h 6858000"/>
              <a:gd name="connsiteX544" fmla="*/ 2824049 w 4346425"/>
              <a:gd name="connsiteY544" fmla="*/ 5328641 h 6858000"/>
              <a:gd name="connsiteX545" fmla="*/ 2827575 w 4346425"/>
              <a:gd name="connsiteY545" fmla="*/ 5228923 h 6858000"/>
              <a:gd name="connsiteX546" fmla="*/ 2824146 w 4346425"/>
              <a:gd name="connsiteY546" fmla="*/ 5257750 h 6858000"/>
              <a:gd name="connsiteX547" fmla="*/ 2836165 w 4346425"/>
              <a:gd name="connsiteY547" fmla="*/ 5256798 h 6858000"/>
              <a:gd name="connsiteX548" fmla="*/ 3025857 w 4346425"/>
              <a:gd name="connsiteY548" fmla="*/ 5111096 h 6858000"/>
              <a:gd name="connsiteX549" fmla="*/ 3008069 w 4346425"/>
              <a:gd name="connsiteY549" fmla="*/ 5128294 h 6858000"/>
              <a:gd name="connsiteX550" fmla="*/ 3010645 w 4346425"/>
              <a:gd name="connsiteY550" fmla="*/ 5131113 h 6858000"/>
              <a:gd name="connsiteX551" fmla="*/ 3028070 w 4346425"/>
              <a:gd name="connsiteY551" fmla="*/ 5113608 h 6858000"/>
              <a:gd name="connsiteX552" fmla="*/ 482 w 4346425"/>
              <a:gd name="connsiteY552" fmla="*/ 4972004 h 6858000"/>
              <a:gd name="connsiteX553" fmla="*/ 0 w 4346425"/>
              <a:gd name="connsiteY553" fmla="*/ 4973082 h 6858000"/>
              <a:gd name="connsiteX554" fmla="*/ 0 w 4346425"/>
              <a:gd name="connsiteY554" fmla="*/ 4976451 h 6858000"/>
              <a:gd name="connsiteX555" fmla="*/ 4053044 w 4346425"/>
              <a:gd name="connsiteY555" fmla="*/ 3098067 h 6858000"/>
              <a:gd name="connsiteX556" fmla="*/ 4045670 w 4346425"/>
              <a:gd name="connsiteY556" fmla="*/ 3103061 h 6858000"/>
              <a:gd name="connsiteX557" fmla="*/ 4040704 w 4346425"/>
              <a:gd name="connsiteY557" fmla="*/ 3116177 h 6858000"/>
              <a:gd name="connsiteX558" fmla="*/ 4053044 w 4346425"/>
              <a:gd name="connsiteY558" fmla="*/ 3098067 h 6858000"/>
              <a:gd name="connsiteX559" fmla="*/ 3416784 w 4346425"/>
              <a:gd name="connsiteY559" fmla="*/ 1683138 h 6858000"/>
              <a:gd name="connsiteX560" fmla="*/ 3395925 w 4346425"/>
              <a:gd name="connsiteY560" fmla="*/ 1706268 h 6858000"/>
              <a:gd name="connsiteX561" fmla="*/ 3416784 w 4346425"/>
              <a:gd name="connsiteY561" fmla="*/ 1683138 h 6858000"/>
              <a:gd name="connsiteX562" fmla="*/ 3435284 w 4346425"/>
              <a:gd name="connsiteY562" fmla="*/ 1630145 h 6858000"/>
              <a:gd name="connsiteX563" fmla="*/ 3416539 w 4346425"/>
              <a:gd name="connsiteY563" fmla="*/ 1642383 h 6858000"/>
              <a:gd name="connsiteX564" fmla="*/ 3421233 w 4346425"/>
              <a:gd name="connsiteY564" fmla="*/ 1645887 h 6858000"/>
              <a:gd name="connsiteX565" fmla="*/ 3513343 w 4346425"/>
              <a:gd name="connsiteY565" fmla="*/ 1593964 h 6858000"/>
              <a:gd name="connsiteX566" fmla="*/ 3507839 w 4346425"/>
              <a:gd name="connsiteY566" fmla="*/ 1598455 h 6858000"/>
              <a:gd name="connsiteX567" fmla="*/ 3500490 w 4346425"/>
              <a:gd name="connsiteY567" fmla="*/ 1611174 h 6858000"/>
              <a:gd name="connsiteX568" fmla="*/ 3087572 w 4346425"/>
              <a:gd name="connsiteY568" fmla="*/ 1585123 h 6858000"/>
              <a:gd name="connsiteX569" fmla="*/ 3079405 w 4346425"/>
              <a:gd name="connsiteY569" fmla="*/ 1597768 h 6858000"/>
              <a:gd name="connsiteX570" fmla="*/ 3076275 w 4346425"/>
              <a:gd name="connsiteY570" fmla="*/ 1595431 h 6858000"/>
              <a:gd name="connsiteX571" fmla="*/ 3070858 w 4346425"/>
              <a:gd name="connsiteY571" fmla="*/ 1609019 h 6858000"/>
              <a:gd name="connsiteX572" fmla="*/ 3018884 w 4346425"/>
              <a:gd name="connsiteY572" fmla="*/ 1650202 h 6858000"/>
              <a:gd name="connsiteX573" fmla="*/ 3019521 w 4346425"/>
              <a:gd name="connsiteY573" fmla="*/ 1647237 h 6858000"/>
              <a:gd name="connsiteX574" fmla="*/ 3010309 w 4346425"/>
              <a:gd name="connsiteY574" fmla="*/ 1658421 h 6858000"/>
              <a:gd name="connsiteX575" fmla="*/ 3008743 w 4346425"/>
              <a:gd name="connsiteY575" fmla="*/ 1657254 h 6858000"/>
              <a:gd name="connsiteX576" fmla="*/ 2971382 w 4346425"/>
              <a:gd name="connsiteY576" fmla="*/ 1687126 h 6858000"/>
              <a:gd name="connsiteX577" fmla="*/ 2978837 w 4346425"/>
              <a:gd name="connsiteY577" fmla="*/ 1693268 h 6858000"/>
              <a:gd name="connsiteX578" fmla="*/ 3094575 w 4346425"/>
              <a:gd name="connsiteY578" fmla="*/ 1590891 h 6858000"/>
              <a:gd name="connsiteX579" fmla="*/ 3088587 w 4346425"/>
              <a:gd name="connsiteY579" fmla="*/ 1583551 h 6858000"/>
              <a:gd name="connsiteX580" fmla="*/ 3087119 w 4346425"/>
              <a:gd name="connsiteY580" fmla="*/ 1584749 h 6858000"/>
              <a:gd name="connsiteX581" fmla="*/ 3087572 w 4346425"/>
              <a:gd name="connsiteY581" fmla="*/ 1585123 h 6858000"/>
              <a:gd name="connsiteX582" fmla="*/ 3128877 w 4346425"/>
              <a:gd name="connsiteY582" fmla="*/ 1558014 h 6858000"/>
              <a:gd name="connsiteX583" fmla="*/ 3110432 w 4346425"/>
              <a:gd name="connsiteY583" fmla="*/ 1570619 h 6858000"/>
              <a:gd name="connsiteX584" fmla="*/ 3111010 w 4346425"/>
              <a:gd name="connsiteY584" fmla="*/ 1561589 h 6858000"/>
              <a:gd name="connsiteX585" fmla="*/ 3103903 w 4346425"/>
              <a:gd name="connsiteY585" fmla="*/ 1568610 h 6858000"/>
              <a:gd name="connsiteX586" fmla="*/ 3102784 w 4346425"/>
              <a:gd name="connsiteY586" fmla="*/ 1582971 h 6858000"/>
              <a:gd name="connsiteX587" fmla="*/ 3193007 w 4346425"/>
              <a:gd name="connsiteY587" fmla="*/ 1496521 h 6858000"/>
              <a:gd name="connsiteX588" fmla="*/ 3182897 w 4346425"/>
              <a:gd name="connsiteY588" fmla="*/ 1506604 h 6858000"/>
              <a:gd name="connsiteX589" fmla="*/ 3184461 w 4346425"/>
              <a:gd name="connsiteY589" fmla="*/ 1507772 h 6858000"/>
              <a:gd name="connsiteX590" fmla="*/ 3194872 w 4346425"/>
              <a:gd name="connsiteY590" fmla="*/ 1498057 h 6858000"/>
              <a:gd name="connsiteX591" fmla="*/ 2895828 w 4346425"/>
              <a:gd name="connsiteY591" fmla="*/ 1490048 h 6858000"/>
              <a:gd name="connsiteX592" fmla="*/ 2890629 w 4346425"/>
              <a:gd name="connsiteY592" fmla="*/ 1494224 h 6858000"/>
              <a:gd name="connsiteX593" fmla="*/ 2882956 w 4346425"/>
              <a:gd name="connsiteY593" fmla="*/ 1506826 h 6858000"/>
              <a:gd name="connsiteX594" fmla="*/ 2899845 w 4346425"/>
              <a:gd name="connsiteY594" fmla="*/ 1491500 h 6858000"/>
              <a:gd name="connsiteX595" fmla="*/ 2926433 w 4346425"/>
              <a:gd name="connsiteY595" fmla="*/ 1489691 h 6858000"/>
              <a:gd name="connsiteX596" fmla="*/ 2905654 w 4346425"/>
              <a:gd name="connsiteY596" fmla="*/ 1502900 h 6858000"/>
              <a:gd name="connsiteX597" fmla="*/ 2893270 w 4346425"/>
              <a:gd name="connsiteY597" fmla="*/ 1517970 h 6858000"/>
              <a:gd name="connsiteX598" fmla="*/ 2920795 w 4346425"/>
              <a:gd name="connsiteY598" fmla="*/ 1518742 h 6858000"/>
              <a:gd name="connsiteX599" fmla="*/ 2935899 w 4346425"/>
              <a:gd name="connsiteY599" fmla="*/ 1512530 h 6858000"/>
              <a:gd name="connsiteX600" fmla="*/ 2933281 w 4346425"/>
              <a:gd name="connsiteY600" fmla="*/ 1501830 h 6858000"/>
              <a:gd name="connsiteX601" fmla="*/ 2928443 w 4346425"/>
              <a:gd name="connsiteY601" fmla="*/ 1506388 h 6858000"/>
              <a:gd name="connsiteX602" fmla="*/ 2916979 w 4346425"/>
              <a:gd name="connsiteY602" fmla="*/ 1506573 h 6858000"/>
              <a:gd name="connsiteX603" fmla="*/ 2908533 w 4346425"/>
              <a:gd name="connsiteY603" fmla="*/ 1483615 h 6858000"/>
              <a:gd name="connsiteX604" fmla="*/ 2899845 w 4346425"/>
              <a:gd name="connsiteY604" fmla="*/ 1491500 h 6858000"/>
              <a:gd name="connsiteX605" fmla="*/ 2903236 w 4346425"/>
              <a:gd name="connsiteY605" fmla="*/ 1492725 h 6858000"/>
              <a:gd name="connsiteX606" fmla="*/ 3215759 w 4346425"/>
              <a:gd name="connsiteY606" fmla="*/ 1477958 h 6858000"/>
              <a:gd name="connsiteX607" fmla="*/ 3210526 w 4346425"/>
              <a:gd name="connsiteY607" fmla="*/ 1479783 h 6858000"/>
              <a:gd name="connsiteX608" fmla="*/ 3203177 w 4346425"/>
              <a:gd name="connsiteY608" fmla="*/ 1492503 h 6858000"/>
              <a:gd name="connsiteX609" fmla="*/ 2750290 w 4346425"/>
              <a:gd name="connsiteY609" fmla="*/ 1474594 h 6858000"/>
              <a:gd name="connsiteX610" fmla="*/ 2750166 w 4346425"/>
              <a:gd name="connsiteY610" fmla="*/ 1474686 h 6858000"/>
              <a:gd name="connsiteX611" fmla="*/ 2750152 w 4346425"/>
              <a:gd name="connsiteY611" fmla="*/ 1474735 h 6858000"/>
              <a:gd name="connsiteX612" fmla="*/ 3436133 w 4346425"/>
              <a:gd name="connsiteY612" fmla="*/ 1472362 h 6858000"/>
              <a:gd name="connsiteX613" fmla="*/ 3413044 w 4346425"/>
              <a:gd name="connsiteY613" fmla="*/ 1494257 h 6858000"/>
              <a:gd name="connsiteX614" fmla="*/ 3435255 w 4346425"/>
              <a:gd name="connsiteY614" fmla="*/ 1481025 h 6858000"/>
              <a:gd name="connsiteX615" fmla="*/ 3429171 w 4346425"/>
              <a:gd name="connsiteY615" fmla="*/ 1494545 h 6858000"/>
              <a:gd name="connsiteX616" fmla="*/ 3436133 w 4346425"/>
              <a:gd name="connsiteY616" fmla="*/ 1472362 h 6858000"/>
              <a:gd name="connsiteX617" fmla="*/ 3457880 w 4346425"/>
              <a:gd name="connsiteY617" fmla="*/ 1457063 h 6858000"/>
              <a:gd name="connsiteX618" fmla="*/ 3447837 w 4346425"/>
              <a:gd name="connsiteY618" fmla="*/ 1466480 h 6858000"/>
              <a:gd name="connsiteX619" fmla="*/ 3452705 w 4346425"/>
              <a:gd name="connsiteY619" fmla="*/ 1464954 h 6858000"/>
              <a:gd name="connsiteX620" fmla="*/ 3446989 w 4346425"/>
              <a:gd name="connsiteY620" fmla="*/ 1478175 h 6858000"/>
              <a:gd name="connsiteX621" fmla="*/ 3465704 w 4346425"/>
              <a:gd name="connsiteY621" fmla="*/ 1462904 h 6858000"/>
              <a:gd name="connsiteX622" fmla="*/ 3033463 w 4346425"/>
              <a:gd name="connsiteY622" fmla="*/ 1456612 h 6858000"/>
              <a:gd name="connsiteX623" fmla="*/ 3026198 w 4346425"/>
              <a:gd name="connsiteY623" fmla="*/ 1463480 h 6858000"/>
              <a:gd name="connsiteX624" fmla="*/ 3029432 w 4346425"/>
              <a:gd name="connsiteY624" fmla="*/ 1461507 h 6858000"/>
              <a:gd name="connsiteX625" fmla="*/ 2752770 w 4346425"/>
              <a:gd name="connsiteY625" fmla="*/ 1452897 h 6858000"/>
              <a:gd name="connsiteX626" fmla="*/ 2746030 w 4346425"/>
              <a:gd name="connsiteY626" fmla="*/ 1459619 h 6858000"/>
              <a:gd name="connsiteX627" fmla="*/ 2745122 w 4346425"/>
              <a:gd name="connsiteY627" fmla="*/ 1465250 h 6858000"/>
              <a:gd name="connsiteX628" fmla="*/ 2773099 w 4346425"/>
              <a:gd name="connsiteY628" fmla="*/ 1451591 h 6858000"/>
              <a:gd name="connsiteX629" fmla="*/ 2750290 w 4346425"/>
              <a:gd name="connsiteY629" fmla="*/ 1474594 h 6858000"/>
              <a:gd name="connsiteX630" fmla="*/ 2759001 w 4346425"/>
              <a:gd name="connsiteY630" fmla="*/ 1468212 h 6858000"/>
              <a:gd name="connsiteX631" fmla="*/ 2773099 w 4346425"/>
              <a:gd name="connsiteY631" fmla="*/ 1451591 h 6858000"/>
              <a:gd name="connsiteX632" fmla="*/ 3694854 w 4346425"/>
              <a:gd name="connsiteY632" fmla="*/ 1447091 h 6858000"/>
              <a:gd name="connsiteX633" fmla="*/ 3685768 w 4346425"/>
              <a:gd name="connsiteY633" fmla="*/ 1463673 h 6858000"/>
              <a:gd name="connsiteX634" fmla="*/ 3699548 w 4346425"/>
              <a:gd name="connsiteY634" fmla="*/ 1450597 h 6858000"/>
              <a:gd name="connsiteX635" fmla="*/ 3299893 w 4346425"/>
              <a:gd name="connsiteY635" fmla="*/ 1434986 h 6858000"/>
              <a:gd name="connsiteX636" fmla="*/ 3294080 w 4346425"/>
              <a:gd name="connsiteY636" fmla="*/ 1445841 h 6858000"/>
              <a:gd name="connsiteX637" fmla="*/ 3304586 w 4346425"/>
              <a:gd name="connsiteY637" fmla="*/ 1438491 h 6858000"/>
              <a:gd name="connsiteX638" fmla="*/ 3060639 w 4346425"/>
              <a:gd name="connsiteY638" fmla="*/ 1430925 h 6858000"/>
              <a:gd name="connsiteX639" fmla="*/ 3048564 w 4346425"/>
              <a:gd name="connsiteY639" fmla="*/ 1442339 h 6858000"/>
              <a:gd name="connsiteX640" fmla="*/ 3051190 w 4346425"/>
              <a:gd name="connsiteY640" fmla="*/ 1441539 h 6858000"/>
              <a:gd name="connsiteX641" fmla="*/ 3060639 w 4346425"/>
              <a:gd name="connsiteY641" fmla="*/ 1430925 h 6858000"/>
              <a:gd name="connsiteX642" fmla="*/ 3281456 w 4346425"/>
              <a:gd name="connsiteY642" fmla="*/ 1417633 h 6858000"/>
              <a:gd name="connsiteX643" fmla="*/ 3274715 w 4346425"/>
              <a:gd name="connsiteY643" fmla="*/ 1424355 h 6858000"/>
              <a:gd name="connsiteX644" fmla="*/ 3277478 w 4346425"/>
              <a:gd name="connsiteY644" fmla="*/ 1426991 h 6858000"/>
              <a:gd name="connsiteX645" fmla="*/ 3348576 w 4346425"/>
              <a:gd name="connsiteY645" fmla="*/ 1412993 h 6858000"/>
              <a:gd name="connsiteX646" fmla="*/ 3343273 w 4346425"/>
              <a:gd name="connsiteY646" fmla="*/ 1415485 h 6858000"/>
              <a:gd name="connsiteX647" fmla="*/ 3298224 w 4346425"/>
              <a:gd name="connsiteY647" fmla="*/ 1461410 h 6858000"/>
              <a:gd name="connsiteX648" fmla="*/ 2944109 w 4346425"/>
              <a:gd name="connsiteY648" fmla="*/ 1410520 h 6858000"/>
              <a:gd name="connsiteX649" fmla="*/ 2943732 w 4346425"/>
              <a:gd name="connsiteY649" fmla="*/ 1410784 h 6858000"/>
              <a:gd name="connsiteX650" fmla="*/ 2926004 w 4346425"/>
              <a:gd name="connsiteY650" fmla="*/ 1423204 h 6858000"/>
              <a:gd name="connsiteX651" fmla="*/ 2913306 w 4346425"/>
              <a:gd name="connsiteY651" fmla="*/ 1439888 h 6858000"/>
              <a:gd name="connsiteX652" fmla="*/ 2996396 w 4346425"/>
              <a:gd name="connsiteY652" fmla="*/ 1403881 h 6858000"/>
              <a:gd name="connsiteX653" fmla="*/ 2976754 w 4346425"/>
              <a:gd name="connsiteY653" fmla="*/ 1415017 h 6858000"/>
              <a:gd name="connsiteX654" fmla="*/ 2962702 w 4346425"/>
              <a:gd name="connsiteY654" fmla="*/ 1430759 h 6858000"/>
              <a:gd name="connsiteX655" fmla="*/ 2913358 w 4346425"/>
              <a:gd name="connsiteY655" fmla="*/ 1475316 h 6858000"/>
              <a:gd name="connsiteX656" fmla="*/ 2908533 w 4346425"/>
              <a:gd name="connsiteY656" fmla="*/ 1483615 h 6858000"/>
              <a:gd name="connsiteX657" fmla="*/ 3750537 w 4346425"/>
              <a:gd name="connsiteY657" fmla="*/ 1399216 h 6858000"/>
              <a:gd name="connsiteX658" fmla="*/ 3745332 w 4346425"/>
              <a:gd name="connsiteY658" fmla="*/ 1404075 h 6858000"/>
              <a:gd name="connsiteX659" fmla="*/ 3743526 w 4346425"/>
              <a:gd name="connsiteY659" fmla="*/ 1408604 h 6858000"/>
              <a:gd name="connsiteX660" fmla="*/ 3026063 w 4346425"/>
              <a:gd name="connsiteY660" fmla="*/ 1396789 h 6858000"/>
              <a:gd name="connsiteX661" fmla="*/ 2935007 w 4346425"/>
              <a:gd name="connsiteY661" fmla="*/ 1481472 h 6858000"/>
              <a:gd name="connsiteX662" fmla="*/ 3026063 w 4346425"/>
              <a:gd name="connsiteY662" fmla="*/ 1396789 h 6858000"/>
              <a:gd name="connsiteX663" fmla="*/ 2814999 w 4346425"/>
              <a:gd name="connsiteY663" fmla="*/ 1393567 h 6858000"/>
              <a:gd name="connsiteX664" fmla="*/ 2804221 w 4346425"/>
              <a:gd name="connsiteY664" fmla="*/ 1403582 h 6858000"/>
              <a:gd name="connsiteX665" fmla="*/ 2807351 w 4346425"/>
              <a:gd name="connsiteY665" fmla="*/ 1405920 h 6858000"/>
              <a:gd name="connsiteX666" fmla="*/ 2817761 w 4346425"/>
              <a:gd name="connsiteY666" fmla="*/ 1396203 h 6858000"/>
              <a:gd name="connsiteX667" fmla="*/ 3376106 w 4346425"/>
              <a:gd name="connsiteY667" fmla="*/ 1383806 h 6858000"/>
              <a:gd name="connsiteX668" fmla="*/ 3369366 w 4346425"/>
              <a:gd name="connsiteY668" fmla="*/ 1390528 h 6858000"/>
              <a:gd name="connsiteX669" fmla="*/ 3370931 w 4346425"/>
              <a:gd name="connsiteY669" fmla="*/ 1391697 h 6858000"/>
              <a:gd name="connsiteX670" fmla="*/ 3377971 w 4346425"/>
              <a:gd name="connsiteY670" fmla="*/ 1385341 h 6858000"/>
              <a:gd name="connsiteX671" fmla="*/ 2975534 w 4346425"/>
              <a:gd name="connsiteY671" fmla="*/ 1380559 h 6858000"/>
              <a:gd name="connsiteX672" fmla="*/ 2944109 w 4346425"/>
              <a:gd name="connsiteY672" fmla="*/ 1410520 h 6858000"/>
              <a:gd name="connsiteX673" fmla="*/ 2961802 w 4346425"/>
              <a:gd name="connsiteY673" fmla="*/ 1398084 h 6858000"/>
              <a:gd name="connsiteX674" fmla="*/ 2975534 w 4346425"/>
              <a:gd name="connsiteY674" fmla="*/ 1380559 h 6858000"/>
              <a:gd name="connsiteX675" fmla="*/ 3321329 w 4346425"/>
              <a:gd name="connsiteY675" fmla="*/ 1379600 h 6858000"/>
              <a:gd name="connsiteX676" fmla="*/ 3315758 w 4346425"/>
              <a:gd name="connsiteY676" fmla="*/ 1384758 h 6858000"/>
              <a:gd name="connsiteX677" fmla="*/ 3317351 w 4346425"/>
              <a:gd name="connsiteY677" fmla="*/ 1388958 h 6858000"/>
              <a:gd name="connsiteX678" fmla="*/ 2961511 w 4346425"/>
              <a:gd name="connsiteY678" fmla="*/ 1376107 h 6858000"/>
              <a:gd name="connsiteX679" fmla="*/ 2948610 w 4346425"/>
              <a:gd name="connsiteY679" fmla="*/ 1380521 h 6858000"/>
              <a:gd name="connsiteX680" fmla="*/ 2940991 w 4346425"/>
              <a:gd name="connsiteY680" fmla="*/ 1395906 h 6858000"/>
              <a:gd name="connsiteX681" fmla="*/ 2961511 w 4346425"/>
              <a:gd name="connsiteY681" fmla="*/ 1376107 h 6858000"/>
              <a:gd name="connsiteX682" fmla="*/ 3373556 w 4346425"/>
              <a:gd name="connsiteY682" fmla="*/ 1372440 h 6858000"/>
              <a:gd name="connsiteX683" fmla="*/ 3370456 w 4346425"/>
              <a:gd name="connsiteY683" fmla="*/ 1373135 h 6858000"/>
              <a:gd name="connsiteX684" fmla="*/ 3345928 w 4346425"/>
              <a:gd name="connsiteY684" fmla="*/ 1399260 h 6858000"/>
              <a:gd name="connsiteX685" fmla="*/ 3214749 w 4346425"/>
              <a:gd name="connsiteY685" fmla="*/ 1365090 h 6858000"/>
              <a:gd name="connsiteX686" fmla="*/ 3152652 w 4346425"/>
              <a:gd name="connsiteY686" fmla="*/ 1414035 h 6858000"/>
              <a:gd name="connsiteX687" fmla="*/ 3142409 w 4346425"/>
              <a:gd name="connsiteY687" fmla="*/ 1434503 h 6858000"/>
              <a:gd name="connsiteX688" fmla="*/ 3183925 w 4346425"/>
              <a:gd name="connsiteY688" fmla="*/ 1413466 h 6858000"/>
              <a:gd name="connsiteX689" fmla="*/ 3178479 w 4346425"/>
              <a:gd name="connsiteY689" fmla="*/ 1424023 h 6858000"/>
              <a:gd name="connsiteX690" fmla="*/ 3190424 w 4346425"/>
              <a:gd name="connsiteY690" fmla="*/ 1412442 h 6858000"/>
              <a:gd name="connsiteX691" fmla="*/ 3214749 w 4346425"/>
              <a:gd name="connsiteY691" fmla="*/ 1365090 h 6858000"/>
              <a:gd name="connsiteX692" fmla="*/ 3558951 w 4346425"/>
              <a:gd name="connsiteY692" fmla="*/ 1359932 h 6858000"/>
              <a:gd name="connsiteX693" fmla="*/ 3464062 w 4346425"/>
              <a:gd name="connsiteY693" fmla="*/ 1445909 h 6858000"/>
              <a:gd name="connsiteX694" fmla="*/ 3478644 w 4346425"/>
              <a:gd name="connsiteY694" fmla="*/ 1454793 h 6858000"/>
              <a:gd name="connsiteX695" fmla="*/ 3469624 w 4346425"/>
              <a:gd name="connsiteY695" fmla="*/ 1447482 h 6858000"/>
              <a:gd name="connsiteX696" fmla="*/ 3485065 w 4346425"/>
              <a:gd name="connsiteY696" fmla="*/ 1437939 h 6858000"/>
              <a:gd name="connsiteX697" fmla="*/ 3482922 w 4346425"/>
              <a:gd name="connsiteY697" fmla="*/ 1445801 h 6858000"/>
              <a:gd name="connsiteX698" fmla="*/ 3566773 w 4346425"/>
              <a:gd name="connsiteY698" fmla="*/ 1365774 h 6858000"/>
              <a:gd name="connsiteX699" fmla="*/ 3555069 w 4346425"/>
              <a:gd name="connsiteY699" fmla="*/ 1371657 h 6858000"/>
              <a:gd name="connsiteX700" fmla="*/ 3341849 w 4346425"/>
              <a:gd name="connsiteY700" fmla="*/ 1359800 h 6858000"/>
              <a:gd name="connsiteX701" fmla="*/ 3336645 w 4346425"/>
              <a:gd name="connsiteY701" fmla="*/ 1364658 h 6858000"/>
              <a:gd name="connsiteX702" fmla="*/ 3331198 w 4346425"/>
              <a:gd name="connsiteY702" fmla="*/ 1375214 h 6858000"/>
              <a:gd name="connsiteX703" fmla="*/ 3042642 w 4346425"/>
              <a:gd name="connsiteY703" fmla="*/ 1359423 h 6858000"/>
              <a:gd name="connsiteX704" fmla="*/ 3036509 w 4346425"/>
              <a:gd name="connsiteY704" fmla="*/ 1360148 h 6858000"/>
              <a:gd name="connsiteX705" fmla="*/ 3015081 w 4346425"/>
              <a:gd name="connsiteY705" fmla="*/ 1385577 h 6858000"/>
              <a:gd name="connsiteX706" fmla="*/ 3394502 w 4346425"/>
              <a:gd name="connsiteY706" fmla="*/ 1358407 h 6858000"/>
              <a:gd name="connsiteX707" fmla="*/ 3382189 w 4346425"/>
              <a:gd name="connsiteY707" fmla="*/ 1370286 h 6858000"/>
              <a:gd name="connsiteX708" fmla="*/ 3383455 w 4346425"/>
              <a:gd name="connsiteY708" fmla="*/ 1371087 h 6858000"/>
              <a:gd name="connsiteX709" fmla="*/ 3073904 w 4346425"/>
              <a:gd name="connsiteY709" fmla="*/ 1356533 h 6858000"/>
              <a:gd name="connsiteX710" fmla="*/ 3032436 w 4346425"/>
              <a:gd name="connsiteY710" fmla="*/ 1390366 h 6858000"/>
              <a:gd name="connsiteX711" fmla="*/ 3073904 w 4346425"/>
              <a:gd name="connsiteY711" fmla="*/ 1356533 h 6858000"/>
              <a:gd name="connsiteX712" fmla="*/ 3132659 w 4346425"/>
              <a:gd name="connsiteY712" fmla="*/ 1351383 h 6858000"/>
              <a:gd name="connsiteX713" fmla="*/ 3093423 w 4346425"/>
              <a:gd name="connsiteY713" fmla="*/ 1386451 h 6858000"/>
              <a:gd name="connsiteX714" fmla="*/ 3028781 w 4346425"/>
              <a:gd name="connsiteY714" fmla="*/ 1456307 h 6858000"/>
              <a:gd name="connsiteX715" fmla="*/ 3040755 w 4346425"/>
              <a:gd name="connsiteY715" fmla="*/ 1447759 h 6858000"/>
              <a:gd name="connsiteX716" fmla="*/ 3033463 w 4346425"/>
              <a:gd name="connsiteY716" fmla="*/ 1456612 h 6858000"/>
              <a:gd name="connsiteX717" fmla="*/ 3048564 w 4346425"/>
              <a:gd name="connsiteY717" fmla="*/ 1442339 h 6858000"/>
              <a:gd name="connsiteX718" fmla="*/ 3040726 w 4346425"/>
              <a:gd name="connsiteY718" fmla="*/ 1444728 h 6858000"/>
              <a:gd name="connsiteX719" fmla="*/ 3085167 w 4346425"/>
              <a:gd name="connsiteY719" fmla="*/ 1404801 h 6858000"/>
              <a:gd name="connsiteX720" fmla="*/ 3081894 w 4346425"/>
              <a:gd name="connsiteY720" fmla="*/ 1410528 h 6858000"/>
              <a:gd name="connsiteX721" fmla="*/ 3104009 w 4346425"/>
              <a:gd name="connsiteY721" fmla="*/ 1394930 h 6858000"/>
              <a:gd name="connsiteX722" fmla="*/ 3091009 w 4346425"/>
              <a:gd name="connsiteY722" fmla="*/ 1396978 h 6858000"/>
              <a:gd name="connsiteX723" fmla="*/ 3109725 w 4346425"/>
              <a:gd name="connsiteY723" fmla="*/ 1381707 h 6858000"/>
              <a:gd name="connsiteX724" fmla="*/ 3132659 w 4346425"/>
              <a:gd name="connsiteY724" fmla="*/ 1351383 h 6858000"/>
              <a:gd name="connsiteX725" fmla="*/ 3061994 w 4346425"/>
              <a:gd name="connsiteY725" fmla="*/ 1341189 h 6858000"/>
              <a:gd name="connsiteX726" fmla="*/ 3053419 w 4346425"/>
              <a:gd name="connsiteY726" fmla="*/ 1349408 h 6858000"/>
              <a:gd name="connsiteX727" fmla="*/ 3057746 w 4346425"/>
              <a:gd name="connsiteY727" fmla="*/ 1353213 h 6858000"/>
              <a:gd name="connsiteX728" fmla="*/ 3622861 w 4346425"/>
              <a:gd name="connsiteY728" fmla="*/ 1337126 h 6858000"/>
              <a:gd name="connsiteX729" fmla="*/ 3594934 w 4346425"/>
              <a:gd name="connsiteY729" fmla="*/ 1363580 h 6858000"/>
              <a:gd name="connsiteX730" fmla="*/ 3598362 w 4346425"/>
              <a:gd name="connsiteY730" fmla="*/ 1366283 h 6858000"/>
              <a:gd name="connsiteX731" fmla="*/ 3625991 w 4346425"/>
              <a:gd name="connsiteY731" fmla="*/ 1339463 h 6858000"/>
              <a:gd name="connsiteX732" fmla="*/ 3156879 w 4346425"/>
              <a:gd name="connsiteY732" fmla="*/ 1331622 h 6858000"/>
              <a:gd name="connsiteX733" fmla="*/ 3146101 w 4346425"/>
              <a:gd name="connsiteY733" fmla="*/ 1341638 h 6858000"/>
              <a:gd name="connsiteX734" fmla="*/ 3150797 w 4346425"/>
              <a:gd name="connsiteY734" fmla="*/ 1345143 h 6858000"/>
              <a:gd name="connsiteX735" fmla="*/ 3161572 w 4346425"/>
              <a:gd name="connsiteY735" fmla="*/ 1335127 h 6858000"/>
              <a:gd name="connsiteX736" fmla="*/ 3077677 w 4346425"/>
              <a:gd name="connsiteY736" fmla="*/ 1325949 h 6858000"/>
              <a:gd name="connsiteX737" fmla="*/ 3067508 w 4346425"/>
              <a:gd name="connsiteY737" fmla="*/ 1329967 h 6858000"/>
              <a:gd name="connsiteX738" fmla="*/ 3068832 w 4346425"/>
              <a:gd name="connsiteY738" fmla="*/ 1336834 h 6858000"/>
              <a:gd name="connsiteX739" fmla="*/ 3105075 w 4346425"/>
              <a:gd name="connsiteY739" fmla="*/ 1321320 h 6858000"/>
              <a:gd name="connsiteX740" fmla="*/ 3077515 w 4346425"/>
              <a:gd name="connsiteY740" fmla="*/ 1347475 h 6858000"/>
              <a:gd name="connsiteX741" fmla="*/ 3080943 w 4346425"/>
              <a:gd name="connsiteY741" fmla="*/ 1350178 h 6858000"/>
              <a:gd name="connsiteX742" fmla="*/ 3108205 w 4346425"/>
              <a:gd name="connsiteY742" fmla="*/ 1323657 h 6858000"/>
              <a:gd name="connsiteX743" fmla="*/ 3281303 w 4346425"/>
              <a:gd name="connsiteY743" fmla="*/ 1309566 h 6858000"/>
              <a:gd name="connsiteX744" fmla="*/ 3269840 w 4346425"/>
              <a:gd name="connsiteY744" fmla="*/ 1309751 h 6858000"/>
              <a:gd name="connsiteX745" fmla="*/ 3219954 w 4346425"/>
              <a:gd name="connsiteY745" fmla="*/ 1360234 h 6858000"/>
              <a:gd name="connsiteX746" fmla="*/ 3281303 w 4346425"/>
              <a:gd name="connsiteY746" fmla="*/ 1309566 h 6858000"/>
              <a:gd name="connsiteX747" fmla="*/ 3488475 w 4346425"/>
              <a:gd name="connsiteY747" fmla="*/ 1308328 h 6858000"/>
              <a:gd name="connsiteX748" fmla="*/ 3484988 w 4346425"/>
              <a:gd name="connsiteY748" fmla="*/ 1309641 h 6858000"/>
              <a:gd name="connsiteX749" fmla="*/ 3479901 w 4346425"/>
              <a:gd name="connsiteY749" fmla="*/ 1316236 h 6858000"/>
              <a:gd name="connsiteX750" fmla="*/ 3052344 w 4346425"/>
              <a:gd name="connsiteY750" fmla="*/ 1306887 h 6858000"/>
              <a:gd name="connsiteX751" fmla="*/ 2990993 w 4346425"/>
              <a:gd name="connsiteY751" fmla="*/ 1357554 h 6858000"/>
              <a:gd name="connsiteX752" fmla="*/ 3001741 w 4346425"/>
              <a:gd name="connsiteY752" fmla="*/ 1344506 h 6858000"/>
              <a:gd name="connsiteX753" fmla="*/ 2991882 w 4346425"/>
              <a:gd name="connsiteY753" fmla="*/ 1346245 h 6858000"/>
              <a:gd name="connsiteX754" fmla="*/ 2973687 w 4346425"/>
              <a:gd name="connsiteY754" fmla="*/ 1365560 h 6858000"/>
              <a:gd name="connsiteX755" fmla="*/ 2986890 w 4346425"/>
              <a:gd name="connsiteY755" fmla="*/ 1361512 h 6858000"/>
              <a:gd name="connsiteX756" fmla="*/ 2986407 w 4346425"/>
              <a:gd name="connsiteY756" fmla="*/ 1372909 h 6858000"/>
              <a:gd name="connsiteX757" fmla="*/ 3056671 w 4346425"/>
              <a:gd name="connsiteY757" fmla="*/ 1310691 h 6858000"/>
              <a:gd name="connsiteX758" fmla="*/ 3431969 w 4346425"/>
              <a:gd name="connsiteY758" fmla="*/ 1300942 h 6858000"/>
              <a:gd name="connsiteX759" fmla="*/ 3269347 w 4346425"/>
              <a:gd name="connsiteY759" fmla="*/ 1450739 h 6858000"/>
              <a:gd name="connsiteX760" fmla="*/ 3431969 w 4346425"/>
              <a:gd name="connsiteY760" fmla="*/ 1300942 h 6858000"/>
              <a:gd name="connsiteX761" fmla="*/ 3132762 w 4346425"/>
              <a:gd name="connsiteY761" fmla="*/ 1300565 h 6858000"/>
              <a:gd name="connsiteX762" fmla="*/ 3113409 w 4346425"/>
              <a:gd name="connsiteY762" fmla="*/ 1318798 h 6858000"/>
              <a:gd name="connsiteX763" fmla="*/ 3114975 w 4346425"/>
              <a:gd name="connsiteY763" fmla="*/ 1319968 h 6858000"/>
              <a:gd name="connsiteX764" fmla="*/ 3196085 w 4346425"/>
              <a:gd name="connsiteY764" fmla="*/ 1293522 h 6858000"/>
              <a:gd name="connsiteX765" fmla="*/ 3166622 w 4346425"/>
              <a:gd name="connsiteY765" fmla="*/ 1321839 h 6858000"/>
              <a:gd name="connsiteX766" fmla="*/ 3196085 w 4346425"/>
              <a:gd name="connsiteY766" fmla="*/ 1293522 h 6858000"/>
              <a:gd name="connsiteX767" fmla="*/ 3115348 w 4346425"/>
              <a:gd name="connsiteY767" fmla="*/ 1289711 h 6858000"/>
              <a:gd name="connsiteX768" fmla="*/ 3106405 w 4346425"/>
              <a:gd name="connsiteY768" fmla="*/ 1298229 h 6858000"/>
              <a:gd name="connsiteX769" fmla="*/ 3109565 w 4346425"/>
              <a:gd name="connsiteY769" fmla="*/ 1303599 h 6858000"/>
              <a:gd name="connsiteX770" fmla="*/ 3074797 w 4346425"/>
              <a:gd name="connsiteY770" fmla="*/ 1287957 h 6858000"/>
              <a:gd name="connsiteX771" fmla="*/ 3065024 w 4346425"/>
              <a:gd name="connsiteY771" fmla="*/ 1294708 h 6858000"/>
              <a:gd name="connsiteX772" fmla="*/ 3066222 w 4346425"/>
              <a:gd name="connsiteY772" fmla="*/ 1296176 h 6858000"/>
              <a:gd name="connsiteX773" fmla="*/ 2915014 w 4346425"/>
              <a:gd name="connsiteY773" fmla="*/ 1286904 h 6858000"/>
              <a:gd name="connsiteX774" fmla="*/ 2714653 w 4346425"/>
              <a:gd name="connsiteY774" fmla="*/ 1473605 h 6858000"/>
              <a:gd name="connsiteX775" fmla="*/ 2717482 w 4346425"/>
              <a:gd name="connsiteY775" fmla="*/ 1475575 h 6858000"/>
              <a:gd name="connsiteX776" fmla="*/ 2919708 w 4346425"/>
              <a:gd name="connsiteY776" fmla="*/ 1290408 h 6858000"/>
              <a:gd name="connsiteX777" fmla="*/ 3485712 w 4346425"/>
              <a:gd name="connsiteY777" fmla="*/ 1282155 h 6858000"/>
              <a:gd name="connsiteX778" fmla="*/ 3469730 w 4346425"/>
              <a:gd name="connsiteY778" fmla="*/ 1297028 h 6858000"/>
              <a:gd name="connsiteX779" fmla="*/ 3471295 w 4346425"/>
              <a:gd name="connsiteY779" fmla="*/ 1298196 h 6858000"/>
              <a:gd name="connsiteX780" fmla="*/ 3487277 w 4346425"/>
              <a:gd name="connsiteY780" fmla="*/ 1283323 h 6858000"/>
              <a:gd name="connsiteX781" fmla="*/ 3657267 w 4346425"/>
              <a:gd name="connsiteY781" fmla="*/ 1276658 h 6858000"/>
              <a:gd name="connsiteX782" fmla="*/ 3626750 w 4346425"/>
              <a:gd name="connsiteY782" fmla="*/ 1295444 h 6858000"/>
              <a:gd name="connsiteX783" fmla="*/ 3573813 w 4346425"/>
              <a:gd name="connsiteY783" fmla="*/ 1359419 h 6858000"/>
              <a:gd name="connsiteX784" fmla="*/ 2928428 w 4346425"/>
              <a:gd name="connsiteY784" fmla="*/ 1274126 h 6858000"/>
              <a:gd name="connsiteX785" fmla="*/ 2921755 w 4346425"/>
              <a:gd name="connsiteY785" fmla="*/ 1280182 h 6858000"/>
              <a:gd name="connsiteX786" fmla="*/ 2922952 w 4346425"/>
              <a:gd name="connsiteY786" fmla="*/ 1281650 h 6858000"/>
              <a:gd name="connsiteX787" fmla="*/ 2929992 w 4346425"/>
              <a:gd name="connsiteY787" fmla="*/ 1275295 h 6858000"/>
              <a:gd name="connsiteX788" fmla="*/ 3218441 w 4346425"/>
              <a:gd name="connsiteY788" fmla="*/ 1272225 h 6858000"/>
              <a:gd name="connsiteX789" fmla="*/ 3204419 w 4346425"/>
              <a:gd name="connsiteY789" fmla="*/ 1291000 h 6858000"/>
              <a:gd name="connsiteX790" fmla="*/ 3219127 w 4346425"/>
              <a:gd name="connsiteY790" fmla="*/ 1282056 h 6858000"/>
              <a:gd name="connsiteX791" fmla="*/ 3218441 w 4346425"/>
              <a:gd name="connsiteY791" fmla="*/ 1272225 h 6858000"/>
              <a:gd name="connsiteX792" fmla="*/ 3081121 w 4346425"/>
              <a:gd name="connsiteY792" fmla="*/ 1268738 h 6858000"/>
              <a:gd name="connsiteX793" fmla="*/ 3075549 w 4346425"/>
              <a:gd name="connsiteY793" fmla="*/ 1273895 h 6858000"/>
              <a:gd name="connsiteX794" fmla="*/ 3084598 w 4346425"/>
              <a:gd name="connsiteY794" fmla="*/ 1284237 h 6858000"/>
              <a:gd name="connsiteX795" fmla="*/ 3172268 w 4346425"/>
              <a:gd name="connsiteY795" fmla="*/ 1262831 h 6858000"/>
              <a:gd name="connsiteX796" fmla="*/ 3156286 w 4346425"/>
              <a:gd name="connsiteY796" fmla="*/ 1277705 h 6858000"/>
              <a:gd name="connsiteX797" fmla="*/ 3157851 w 4346425"/>
              <a:gd name="connsiteY797" fmla="*/ 1278872 h 6858000"/>
              <a:gd name="connsiteX798" fmla="*/ 3173534 w 4346425"/>
              <a:gd name="connsiteY798" fmla="*/ 1263632 h 6858000"/>
              <a:gd name="connsiteX799" fmla="*/ 3491341 w 4346425"/>
              <a:gd name="connsiteY799" fmla="*/ 1259836 h 6858000"/>
              <a:gd name="connsiteX800" fmla="*/ 3486406 w 4346425"/>
              <a:gd name="connsiteY800" fmla="*/ 1262029 h 6858000"/>
              <a:gd name="connsiteX801" fmla="*/ 3477252 w 4346425"/>
              <a:gd name="connsiteY801" fmla="*/ 1279278 h 6858000"/>
              <a:gd name="connsiteX802" fmla="*/ 3509603 w 4346425"/>
              <a:gd name="connsiteY802" fmla="*/ 1258995 h 6858000"/>
              <a:gd name="connsiteX803" fmla="*/ 3502863 w 4346425"/>
              <a:gd name="connsiteY803" fmla="*/ 1265716 h 6858000"/>
              <a:gd name="connsiteX804" fmla="*/ 3504427 w 4346425"/>
              <a:gd name="connsiteY804" fmla="*/ 1266885 h 6858000"/>
              <a:gd name="connsiteX805" fmla="*/ 3511168 w 4346425"/>
              <a:gd name="connsiteY805" fmla="*/ 1260162 h 6858000"/>
              <a:gd name="connsiteX806" fmla="*/ 3336764 w 4346425"/>
              <a:gd name="connsiteY806" fmla="*/ 1253926 h 6858000"/>
              <a:gd name="connsiteX807" fmla="*/ 3329672 w 4346425"/>
              <a:gd name="connsiteY807" fmla="*/ 1255816 h 6858000"/>
              <a:gd name="connsiteX808" fmla="*/ 3323225 w 4346425"/>
              <a:gd name="connsiteY808" fmla="*/ 1261306 h 6858000"/>
              <a:gd name="connsiteX809" fmla="*/ 3330979 w 4346425"/>
              <a:gd name="connsiteY809" fmla="*/ 1267815 h 6858000"/>
              <a:gd name="connsiteX810" fmla="*/ 3247692 w 4346425"/>
              <a:gd name="connsiteY810" fmla="*/ 1252638 h 6858000"/>
              <a:gd name="connsiteX811" fmla="*/ 3229218 w 4346425"/>
              <a:gd name="connsiteY811" fmla="*/ 1262210 h 6858000"/>
              <a:gd name="connsiteX812" fmla="*/ 3235477 w 4346425"/>
              <a:gd name="connsiteY812" fmla="*/ 1266885 h 6858000"/>
              <a:gd name="connsiteX813" fmla="*/ 3487526 w 4346425"/>
              <a:gd name="connsiteY813" fmla="*/ 1247668 h 6858000"/>
              <a:gd name="connsiteX814" fmla="*/ 3436875 w 4346425"/>
              <a:gd name="connsiteY814" fmla="*/ 1295718 h 6858000"/>
              <a:gd name="connsiteX815" fmla="*/ 3440004 w 4346425"/>
              <a:gd name="connsiteY815" fmla="*/ 1298054 h 6858000"/>
              <a:gd name="connsiteX816" fmla="*/ 3387793 w 4346425"/>
              <a:gd name="connsiteY816" fmla="*/ 1245298 h 6858000"/>
              <a:gd name="connsiteX817" fmla="*/ 3064751 w 4346425"/>
              <a:gd name="connsiteY817" fmla="*/ 1543097 h 6858000"/>
              <a:gd name="connsiteX818" fmla="*/ 3069744 w 4346425"/>
              <a:gd name="connsiteY818" fmla="*/ 1546970 h 6858000"/>
              <a:gd name="connsiteX819" fmla="*/ 3387793 w 4346425"/>
              <a:gd name="connsiteY819" fmla="*/ 1245298 h 6858000"/>
              <a:gd name="connsiteX820" fmla="*/ 3122879 w 4346425"/>
              <a:gd name="connsiteY820" fmla="*/ 1242003 h 6858000"/>
              <a:gd name="connsiteX821" fmla="*/ 3096911 w 4346425"/>
              <a:gd name="connsiteY821" fmla="*/ 1272358 h 6858000"/>
              <a:gd name="connsiteX822" fmla="*/ 3127206 w 4346425"/>
              <a:gd name="connsiteY822" fmla="*/ 1245808 h 6858000"/>
              <a:gd name="connsiteX823" fmla="*/ 3725697 w 4346425"/>
              <a:gd name="connsiteY823" fmla="*/ 1239164 h 6858000"/>
              <a:gd name="connsiteX824" fmla="*/ 3628066 w 4346425"/>
              <a:gd name="connsiteY824" fmla="*/ 1332268 h 6858000"/>
              <a:gd name="connsiteX825" fmla="*/ 3631195 w 4346425"/>
              <a:gd name="connsiteY825" fmla="*/ 1334606 h 6858000"/>
              <a:gd name="connsiteX826" fmla="*/ 3728827 w 4346425"/>
              <a:gd name="connsiteY826" fmla="*/ 1241502 h 6858000"/>
              <a:gd name="connsiteX827" fmla="*/ 3567884 w 4346425"/>
              <a:gd name="connsiteY827" fmla="*/ 1235281 h 6858000"/>
              <a:gd name="connsiteX828" fmla="*/ 3564882 w 4346425"/>
              <a:gd name="connsiteY828" fmla="*/ 1238344 h 6858000"/>
              <a:gd name="connsiteX829" fmla="*/ 3562709 w 4346425"/>
              <a:gd name="connsiteY829" fmla="*/ 1243172 h 6858000"/>
              <a:gd name="connsiteX830" fmla="*/ 3119990 w 4346425"/>
              <a:gd name="connsiteY830" fmla="*/ 1233968 h 6858000"/>
              <a:gd name="connsiteX831" fmla="*/ 3114785 w 4346425"/>
              <a:gd name="connsiteY831" fmla="*/ 1238827 h 6858000"/>
              <a:gd name="connsiteX832" fmla="*/ 3114544 w 4346425"/>
              <a:gd name="connsiteY832" fmla="*/ 1244524 h 6858000"/>
              <a:gd name="connsiteX833" fmla="*/ 3263520 w 4346425"/>
              <a:gd name="connsiteY833" fmla="*/ 1229333 h 6858000"/>
              <a:gd name="connsiteX834" fmla="*/ 3252898 w 4346425"/>
              <a:gd name="connsiteY834" fmla="*/ 1247780 h 6858000"/>
              <a:gd name="connsiteX835" fmla="*/ 3268213 w 4346425"/>
              <a:gd name="connsiteY835" fmla="*/ 1232838 h 6858000"/>
              <a:gd name="connsiteX836" fmla="*/ 3210306 w 4346425"/>
              <a:gd name="connsiteY836" fmla="*/ 1226295 h 6858000"/>
              <a:gd name="connsiteX837" fmla="*/ 3204734 w 4346425"/>
              <a:gd name="connsiteY837" fmla="*/ 1231453 h 6858000"/>
              <a:gd name="connsiteX838" fmla="*/ 3183576 w 4346425"/>
              <a:gd name="connsiteY838" fmla="*/ 1254216 h 6858000"/>
              <a:gd name="connsiteX839" fmla="*/ 3014616 w 4346425"/>
              <a:gd name="connsiteY839" fmla="*/ 1225792 h 6858000"/>
              <a:gd name="connsiteX840" fmla="*/ 3006767 w 4346425"/>
              <a:gd name="connsiteY840" fmla="*/ 1228548 h 6858000"/>
              <a:gd name="connsiteX841" fmla="*/ 3009895 w 4346425"/>
              <a:gd name="connsiteY841" fmla="*/ 1230885 h 6858000"/>
              <a:gd name="connsiteX842" fmla="*/ 3021870 w 4346425"/>
              <a:gd name="connsiteY842" fmla="*/ 1222337 h 6858000"/>
              <a:gd name="connsiteX843" fmla="*/ 3015422 w 4346425"/>
              <a:gd name="connsiteY843" fmla="*/ 1224924 h 6858000"/>
              <a:gd name="connsiteX844" fmla="*/ 3014616 w 4346425"/>
              <a:gd name="connsiteY844" fmla="*/ 1225792 h 6858000"/>
              <a:gd name="connsiteX845" fmla="*/ 3022113 w 4346425"/>
              <a:gd name="connsiteY845" fmla="*/ 1223162 h 6858000"/>
              <a:gd name="connsiteX846" fmla="*/ 3022141 w 4346425"/>
              <a:gd name="connsiteY846" fmla="*/ 1223138 h 6858000"/>
              <a:gd name="connsiteX847" fmla="*/ 3283799 w 4346425"/>
              <a:gd name="connsiteY847" fmla="*/ 1215233 h 6858000"/>
              <a:gd name="connsiteX848" fmla="*/ 3278594 w 4346425"/>
              <a:gd name="connsiteY848" fmla="*/ 1220091 h 6858000"/>
              <a:gd name="connsiteX849" fmla="*/ 3275252 w 4346425"/>
              <a:gd name="connsiteY849" fmla="*/ 1226483 h 6858000"/>
              <a:gd name="connsiteX850" fmla="*/ 3204627 w 4346425"/>
              <a:gd name="connsiteY850" fmla="*/ 1212591 h 6858000"/>
              <a:gd name="connsiteX851" fmla="*/ 3179046 w 4346425"/>
              <a:gd name="connsiteY851" fmla="*/ 1229184 h 6858000"/>
              <a:gd name="connsiteX852" fmla="*/ 3178168 w 4346425"/>
              <a:gd name="connsiteY852" fmla="*/ 1237847 h 6858000"/>
              <a:gd name="connsiteX853" fmla="*/ 3083900 w 4346425"/>
              <a:gd name="connsiteY853" fmla="*/ 1211458 h 6858000"/>
              <a:gd name="connsiteX854" fmla="*/ 3057091 w 4346425"/>
              <a:gd name="connsiteY854" fmla="*/ 1223552 h 6858000"/>
              <a:gd name="connsiteX855" fmla="*/ 3061784 w 4346425"/>
              <a:gd name="connsiteY855" fmla="*/ 1227057 h 6858000"/>
              <a:gd name="connsiteX856" fmla="*/ 3017074 w 4346425"/>
              <a:gd name="connsiteY856" fmla="*/ 1269650 h 6858000"/>
              <a:gd name="connsiteX857" fmla="*/ 3083900 w 4346425"/>
              <a:gd name="connsiteY857" fmla="*/ 1211458 h 6858000"/>
              <a:gd name="connsiteX858" fmla="*/ 3612209 w 4346425"/>
              <a:gd name="connsiteY858" fmla="*/ 1206452 h 6858000"/>
              <a:gd name="connsiteX859" fmla="*/ 3582873 w 4346425"/>
              <a:gd name="connsiteY859" fmla="*/ 1240168 h 6858000"/>
              <a:gd name="connsiteX860" fmla="*/ 3578179 w 4346425"/>
              <a:gd name="connsiteY860" fmla="*/ 1236662 h 6858000"/>
              <a:gd name="connsiteX861" fmla="*/ 3577301 w 4346425"/>
              <a:gd name="connsiteY861" fmla="*/ 1245325 h 6858000"/>
              <a:gd name="connsiteX862" fmla="*/ 3549565 w 4346425"/>
              <a:gd name="connsiteY862" fmla="*/ 1253285 h 6858000"/>
              <a:gd name="connsiteX863" fmla="*/ 3560450 w 4346425"/>
              <a:gd name="connsiteY863" fmla="*/ 1262130 h 6858000"/>
              <a:gd name="connsiteX864" fmla="*/ 3617203 w 4346425"/>
              <a:gd name="connsiteY864" fmla="*/ 1210324 h 6858000"/>
              <a:gd name="connsiteX865" fmla="*/ 3005335 w 4346425"/>
              <a:gd name="connsiteY865" fmla="*/ 1202820 h 6858000"/>
              <a:gd name="connsiteX866" fmla="*/ 2938201 w 4346425"/>
              <a:gd name="connsiteY866" fmla="*/ 1267375 h 6858000"/>
              <a:gd name="connsiteX867" fmla="*/ 3005335 w 4346425"/>
              <a:gd name="connsiteY867" fmla="*/ 1202820 h 6858000"/>
              <a:gd name="connsiteX868" fmla="*/ 3170720 w 4346425"/>
              <a:gd name="connsiteY868" fmla="*/ 1201747 h 6858000"/>
              <a:gd name="connsiteX869" fmla="*/ 3161917 w 4346425"/>
              <a:gd name="connsiteY869" fmla="*/ 1205568 h 6858000"/>
              <a:gd name="connsiteX870" fmla="*/ 3153810 w 4346425"/>
              <a:gd name="connsiteY870" fmla="*/ 1212488 h 6858000"/>
              <a:gd name="connsiteX871" fmla="*/ 3158504 w 4346425"/>
              <a:gd name="connsiteY871" fmla="*/ 1215993 h 6858000"/>
              <a:gd name="connsiteX872" fmla="*/ 3059986 w 4346425"/>
              <a:gd name="connsiteY872" fmla="*/ 1201628 h 6858000"/>
              <a:gd name="connsiteX873" fmla="*/ 3034054 w 4346425"/>
              <a:gd name="connsiteY873" fmla="*/ 1213390 h 6858000"/>
              <a:gd name="connsiteX874" fmla="*/ 3022141 w 4346425"/>
              <a:gd name="connsiteY874" fmla="*/ 1223138 h 6858000"/>
              <a:gd name="connsiteX875" fmla="*/ 3023164 w 4346425"/>
              <a:gd name="connsiteY875" fmla="*/ 1226171 h 6858000"/>
              <a:gd name="connsiteX876" fmla="*/ 2992985 w 4346425"/>
              <a:gd name="connsiteY876" fmla="*/ 1241626 h 6858000"/>
              <a:gd name="connsiteX877" fmla="*/ 3004208 w 4346425"/>
              <a:gd name="connsiteY877" fmla="*/ 1247138 h 6858000"/>
              <a:gd name="connsiteX878" fmla="*/ 2996589 w 4346425"/>
              <a:gd name="connsiteY878" fmla="*/ 1262523 h 6858000"/>
              <a:gd name="connsiteX879" fmla="*/ 3011905 w 4346425"/>
              <a:gd name="connsiteY879" fmla="*/ 1247583 h 6858000"/>
              <a:gd name="connsiteX880" fmla="*/ 3041368 w 4346425"/>
              <a:gd name="connsiteY880" fmla="*/ 1219265 h 6858000"/>
              <a:gd name="connsiteX881" fmla="*/ 3542473 w 4346425"/>
              <a:gd name="connsiteY881" fmla="*/ 1200390 h 6858000"/>
              <a:gd name="connsiteX882" fmla="*/ 3499442 w 4346425"/>
              <a:gd name="connsiteY882" fmla="*/ 1233055 h 6858000"/>
              <a:gd name="connsiteX883" fmla="*/ 3517945 w 4346425"/>
              <a:gd name="connsiteY883" fmla="*/ 1226517 h 6858000"/>
              <a:gd name="connsiteX884" fmla="*/ 3519027 w 4346425"/>
              <a:gd name="connsiteY884" fmla="*/ 1239080 h 6858000"/>
              <a:gd name="connsiteX885" fmla="*/ 3553696 w 4346425"/>
              <a:gd name="connsiteY885" fmla="*/ 1205905 h 6858000"/>
              <a:gd name="connsiteX886" fmla="*/ 3524445 w 4346425"/>
              <a:gd name="connsiteY886" fmla="*/ 1225492 h 6858000"/>
              <a:gd name="connsiteX887" fmla="*/ 3542473 w 4346425"/>
              <a:gd name="connsiteY887" fmla="*/ 1200390 h 6858000"/>
              <a:gd name="connsiteX888" fmla="*/ 3438077 w 4346425"/>
              <a:gd name="connsiteY888" fmla="*/ 1197549 h 6858000"/>
              <a:gd name="connsiteX889" fmla="*/ 3414270 w 4346425"/>
              <a:gd name="connsiteY889" fmla="*/ 1216972 h 6858000"/>
              <a:gd name="connsiteX890" fmla="*/ 3401632 w 4346425"/>
              <a:gd name="connsiteY890" fmla="*/ 1238286 h 6858000"/>
              <a:gd name="connsiteX891" fmla="*/ 3392464 w 4346425"/>
              <a:gd name="connsiteY891" fmla="*/ 1192587 h 6858000"/>
              <a:gd name="connsiteX892" fmla="*/ 3389161 w 4346425"/>
              <a:gd name="connsiteY892" fmla="*/ 1195283 h 6858000"/>
              <a:gd name="connsiteX893" fmla="*/ 3387114 w 4346425"/>
              <a:gd name="connsiteY893" fmla="*/ 1205511 h 6858000"/>
              <a:gd name="connsiteX894" fmla="*/ 3104719 w 4346425"/>
              <a:gd name="connsiteY894" fmla="*/ 1192027 h 6858000"/>
              <a:gd name="connsiteX895" fmla="*/ 3096752 w 4346425"/>
              <a:gd name="connsiteY895" fmla="*/ 1194248 h 6858000"/>
              <a:gd name="connsiteX896" fmla="*/ 3099544 w 4346425"/>
              <a:gd name="connsiteY896" fmla="*/ 1199917 h 6858000"/>
              <a:gd name="connsiteX897" fmla="*/ 3644735 w 4346425"/>
              <a:gd name="connsiteY897" fmla="*/ 1181138 h 6858000"/>
              <a:gd name="connsiteX898" fmla="*/ 3637551 w 4346425"/>
              <a:gd name="connsiteY898" fmla="*/ 1183102 h 6858000"/>
              <a:gd name="connsiteX899" fmla="*/ 3631563 w 4346425"/>
              <a:gd name="connsiteY899" fmla="*/ 1188217 h 6858000"/>
              <a:gd name="connsiteX900" fmla="*/ 3635889 w 4346425"/>
              <a:gd name="connsiteY900" fmla="*/ 1192023 h 6858000"/>
              <a:gd name="connsiteX901" fmla="*/ 3070251 w 4346425"/>
              <a:gd name="connsiteY901" fmla="*/ 1176751 h 6858000"/>
              <a:gd name="connsiteX902" fmla="*/ 3065017 w 4346425"/>
              <a:gd name="connsiteY902" fmla="*/ 1178577 h 6858000"/>
              <a:gd name="connsiteX903" fmla="*/ 3070186 w 4346425"/>
              <a:gd name="connsiteY903" fmla="*/ 1177820 h 6858000"/>
              <a:gd name="connsiteX904" fmla="*/ 3772080 w 4346425"/>
              <a:gd name="connsiteY904" fmla="*/ 1170148 h 6858000"/>
              <a:gd name="connsiteX905" fmla="*/ 3765448 w 4346425"/>
              <a:gd name="connsiteY905" fmla="*/ 1172885 h 6858000"/>
              <a:gd name="connsiteX906" fmla="*/ 3759737 w 4346425"/>
              <a:gd name="connsiteY906" fmla="*/ 1178995 h 6858000"/>
              <a:gd name="connsiteX907" fmla="*/ 3761301 w 4346425"/>
              <a:gd name="connsiteY907" fmla="*/ 1180164 h 6858000"/>
              <a:gd name="connsiteX908" fmla="*/ 3198521 w 4346425"/>
              <a:gd name="connsiteY908" fmla="*/ 1169895 h 6858000"/>
              <a:gd name="connsiteX909" fmla="*/ 3183273 w 4346425"/>
              <a:gd name="connsiteY909" fmla="*/ 1184170 h 6858000"/>
              <a:gd name="connsiteX910" fmla="*/ 3186401 w 4346425"/>
              <a:gd name="connsiteY910" fmla="*/ 1186507 h 6858000"/>
              <a:gd name="connsiteX911" fmla="*/ 3201650 w 4346425"/>
              <a:gd name="connsiteY911" fmla="*/ 1172232 h 6858000"/>
              <a:gd name="connsiteX912" fmla="*/ 3569976 w 4346425"/>
              <a:gd name="connsiteY912" fmla="*/ 1168172 h 6858000"/>
              <a:gd name="connsiteX913" fmla="*/ 3553192 w 4346425"/>
              <a:gd name="connsiteY913" fmla="*/ 1184311 h 6858000"/>
              <a:gd name="connsiteX914" fmla="*/ 3556254 w 4346425"/>
              <a:gd name="connsiteY914" fmla="*/ 1187314 h 6858000"/>
              <a:gd name="connsiteX915" fmla="*/ 3573404 w 4346425"/>
              <a:gd name="connsiteY915" fmla="*/ 1170876 h 6858000"/>
              <a:gd name="connsiteX916" fmla="*/ 3337183 w 4346425"/>
              <a:gd name="connsiteY916" fmla="*/ 1166787 h 6858000"/>
              <a:gd name="connsiteX917" fmla="*/ 3333417 w 4346425"/>
              <a:gd name="connsiteY917" fmla="*/ 1167415 h 6858000"/>
              <a:gd name="connsiteX918" fmla="*/ 3292404 w 4346425"/>
              <a:gd name="connsiteY918" fmla="*/ 1210046 h 6858000"/>
              <a:gd name="connsiteX919" fmla="*/ 3549250 w 4346425"/>
              <a:gd name="connsiteY919" fmla="*/ 1166745 h 6858000"/>
              <a:gd name="connsiteX920" fmla="*/ 3536939 w 4346425"/>
              <a:gd name="connsiteY920" fmla="*/ 1178624 h 6858000"/>
              <a:gd name="connsiteX921" fmla="*/ 3541632 w 4346425"/>
              <a:gd name="connsiteY921" fmla="*/ 1182129 h 6858000"/>
              <a:gd name="connsiteX922" fmla="*/ 3044841 w 4346425"/>
              <a:gd name="connsiteY922" fmla="*/ 1165087 h 6858000"/>
              <a:gd name="connsiteX923" fmla="*/ 3013601 w 4346425"/>
              <a:gd name="connsiteY923" fmla="*/ 1200966 h 6858000"/>
              <a:gd name="connsiteX924" fmla="*/ 3049439 w 4346425"/>
              <a:gd name="connsiteY924" fmla="*/ 1166226 h 6858000"/>
              <a:gd name="connsiteX925" fmla="*/ 3644629 w 4346425"/>
              <a:gd name="connsiteY925" fmla="*/ 1162276 h 6858000"/>
              <a:gd name="connsiteX926" fmla="*/ 3639057 w 4346425"/>
              <a:gd name="connsiteY926" fmla="*/ 1167434 h 6858000"/>
              <a:gd name="connsiteX927" fmla="*/ 3637618 w 4346425"/>
              <a:gd name="connsiteY927" fmla="*/ 1171664 h 6858000"/>
              <a:gd name="connsiteX928" fmla="*/ 3215429 w 4346425"/>
              <a:gd name="connsiteY928" fmla="*/ 1159155 h 6858000"/>
              <a:gd name="connsiteX929" fmla="*/ 3208390 w 4346425"/>
              <a:gd name="connsiteY929" fmla="*/ 1165511 h 6858000"/>
              <a:gd name="connsiteX930" fmla="*/ 3209955 w 4346425"/>
              <a:gd name="connsiteY930" fmla="*/ 1166678 h 6858000"/>
              <a:gd name="connsiteX931" fmla="*/ 3216994 w 4346425"/>
              <a:gd name="connsiteY931" fmla="*/ 1160324 h 6858000"/>
              <a:gd name="connsiteX932" fmla="*/ 3283748 w 4346425"/>
              <a:gd name="connsiteY932" fmla="*/ 1155984 h 6858000"/>
              <a:gd name="connsiteX933" fmla="*/ 3233860 w 4346425"/>
              <a:gd name="connsiteY933" fmla="*/ 1206467 h 6858000"/>
              <a:gd name="connsiteX934" fmla="*/ 3288441 w 4346425"/>
              <a:gd name="connsiteY934" fmla="*/ 1159488 h 6858000"/>
              <a:gd name="connsiteX935" fmla="*/ 3094142 w 4346425"/>
              <a:gd name="connsiteY935" fmla="*/ 1153591 h 6858000"/>
              <a:gd name="connsiteX936" fmla="*/ 3082905 w 4346425"/>
              <a:gd name="connsiteY936" fmla="*/ 1159941 h 6858000"/>
              <a:gd name="connsiteX937" fmla="*/ 3073848 w 4346425"/>
              <a:gd name="connsiteY937" fmla="*/ 1177284 h 6858000"/>
              <a:gd name="connsiteX938" fmla="*/ 3070186 w 4346425"/>
              <a:gd name="connsiteY938" fmla="*/ 1177820 h 6858000"/>
              <a:gd name="connsiteX939" fmla="*/ 3069740 w 4346425"/>
              <a:gd name="connsiteY939" fmla="*/ 1185115 h 6858000"/>
              <a:gd name="connsiteX940" fmla="*/ 3094142 w 4346425"/>
              <a:gd name="connsiteY940" fmla="*/ 1153591 h 6858000"/>
              <a:gd name="connsiteX941" fmla="*/ 3352431 w 4346425"/>
              <a:gd name="connsiteY941" fmla="*/ 1152511 h 6858000"/>
              <a:gd name="connsiteX942" fmla="*/ 3345661 w 4346425"/>
              <a:gd name="connsiteY942" fmla="*/ 1156201 h 6858000"/>
              <a:gd name="connsiteX943" fmla="*/ 3345420 w 4346425"/>
              <a:gd name="connsiteY943" fmla="*/ 1161899 h 6858000"/>
              <a:gd name="connsiteX944" fmla="*/ 3232648 w 4346425"/>
              <a:gd name="connsiteY944" fmla="*/ 1142050 h 6858000"/>
              <a:gd name="connsiteX945" fmla="*/ 3225908 w 4346425"/>
              <a:gd name="connsiteY945" fmla="*/ 1148773 h 6858000"/>
              <a:gd name="connsiteX946" fmla="*/ 3227472 w 4346425"/>
              <a:gd name="connsiteY946" fmla="*/ 1149942 h 6858000"/>
              <a:gd name="connsiteX947" fmla="*/ 3234512 w 4346425"/>
              <a:gd name="connsiteY947" fmla="*/ 1143586 h 6858000"/>
              <a:gd name="connsiteX948" fmla="*/ 3127420 w 4346425"/>
              <a:gd name="connsiteY948" fmla="*/ 1137442 h 6858000"/>
              <a:gd name="connsiteX949" fmla="*/ 3104012 w 4346425"/>
              <a:gd name="connsiteY949" fmla="*/ 1149206 h 6858000"/>
              <a:gd name="connsiteX950" fmla="*/ 3110269 w 4346425"/>
              <a:gd name="connsiteY950" fmla="*/ 1153880 h 6858000"/>
              <a:gd name="connsiteX951" fmla="*/ 3804882 w 4346425"/>
              <a:gd name="connsiteY951" fmla="*/ 1135437 h 6858000"/>
              <a:gd name="connsiteX952" fmla="*/ 3789565 w 4346425"/>
              <a:gd name="connsiteY952" fmla="*/ 1150379 h 6858000"/>
              <a:gd name="connsiteX953" fmla="*/ 3791130 w 4346425"/>
              <a:gd name="connsiteY953" fmla="*/ 1151547 h 6858000"/>
              <a:gd name="connsiteX954" fmla="*/ 3806745 w 4346425"/>
              <a:gd name="connsiteY954" fmla="*/ 1136974 h 6858000"/>
              <a:gd name="connsiteX955" fmla="*/ 3843705 w 4346425"/>
              <a:gd name="connsiteY955" fmla="*/ 1134324 h 6858000"/>
              <a:gd name="connsiteX956" fmla="*/ 3770843 w 4346425"/>
              <a:gd name="connsiteY956" fmla="*/ 1195606 h 6858000"/>
              <a:gd name="connsiteX957" fmla="*/ 3768429 w 4346425"/>
              <a:gd name="connsiteY957" fmla="*/ 1206133 h 6858000"/>
              <a:gd name="connsiteX958" fmla="*/ 3624740 w 4346425"/>
              <a:gd name="connsiteY958" fmla="*/ 1132658 h 6858000"/>
              <a:gd name="connsiteX959" fmla="*/ 3612496 w 4346425"/>
              <a:gd name="connsiteY959" fmla="*/ 1143871 h 6858000"/>
              <a:gd name="connsiteX960" fmla="*/ 3615925 w 4346425"/>
              <a:gd name="connsiteY960" fmla="*/ 1146575 h 6858000"/>
              <a:gd name="connsiteX961" fmla="*/ 3627870 w 4346425"/>
              <a:gd name="connsiteY961" fmla="*/ 1134996 h 6858000"/>
              <a:gd name="connsiteX962" fmla="*/ 3078776 w 4346425"/>
              <a:gd name="connsiteY962" fmla="*/ 1132509 h 6858000"/>
              <a:gd name="connsiteX963" fmla="*/ 3056420 w 4346425"/>
              <a:gd name="connsiteY963" fmla="*/ 1153806 h 6858000"/>
              <a:gd name="connsiteX964" fmla="*/ 3059849 w 4346425"/>
              <a:gd name="connsiteY964" fmla="*/ 1156510 h 6858000"/>
              <a:gd name="connsiteX965" fmla="*/ 3082204 w 4346425"/>
              <a:gd name="connsiteY965" fmla="*/ 1135213 h 6858000"/>
              <a:gd name="connsiteX966" fmla="*/ 3373222 w 4346425"/>
              <a:gd name="connsiteY966" fmla="*/ 1130048 h 6858000"/>
              <a:gd name="connsiteX967" fmla="*/ 3363179 w 4346425"/>
              <a:gd name="connsiteY967" fmla="*/ 1139464 h 6858000"/>
              <a:gd name="connsiteX968" fmla="*/ 3360735 w 4346425"/>
              <a:gd name="connsiteY968" fmla="*/ 1146959 h 6858000"/>
              <a:gd name="connsiteX969" fmla="*/ 3647909 w 4346425"/>
              <a:gd name="connsiteY969" fmla="*/ 1126592 h 6858000"/>
              <a:gd name="connsiteX970" fmla="*/ 3634129 w 4346425"/>
              <a:gd name="connsiteY970" fmla="*/ 1139669 h 6858000"/>
              <a:gd name="connsiteX971" fmla="*/ 3635693 w 4346425"/>
              <a:gd name="connsiteY971" fmla="*/ 1140837 h 6858000"/>
              <a:gd name="connsiteX972" fmla="*/ 3649473 w 4346425"/>
              <a:gd name="connsiteY972" fmla="*/ 1127759 h 6858000"/>
              <a:gd name="connsiteX973" fmla="*/ 3250040 w 4346425"/>
              <a:gd name="connsiteY973" fmla="*/ 1119914 h 6858000"/>
              <a:gd name="connsiteX974" fmla="*/ 3237727 w 4346425"/>
              <a:gd name="connsiteY974" fmla="*/ 1131794 h 6858000"/>
              <a:gd name="connsiteX975" fmla="*/ 3241156 w 4346425"/>
              <a:gd name="connsiteY975" fmla="*/ 1134498 h 6858000"/>
              <a:gd name="connsiteX976" fmla="*/ 3253468 w 4346425"/>
              <a:gd name="connsiteY976" fmla="*/ 1122618 h 6858000"/>
              <a:gd name="connsiteX977" fmla="*/ 3706104 w 4346425"/>
              <a:gd name="connsiteY977" fmla="*/ 1117008 h 6858000"/>
              <a:gd name="connsiteX978" fmla="*/ 3676611 w 4346425"/>
              <a:gd name="connsiteY978" fmla="*/ 1142293 h 6858000"/>
              <a:gd name="connsiteX979" fmla="*/ 3655580 w 4346425"/>
              <a:gd name="connsiteY979" fmla="*/ 1170456 h 6858000"/>
              <a:gd name="connsiteX980" fmla="*/ 3222655 w 4346425"/>
              <a:gd name="connsiteY980" fmla="*/ 1115639 h 6858000"/>
              <a:gd name="connsiteX981" fmla="*/ 3222443 w 4346425"/>
              <a:gd name="connsiteY981" fmla="*/ 1115843 h 6858000"/>
              <a:gd name="connsiteX982" fmla="*/ 3222597 w 4346425"/>
              <a:gd name="connsiteY982" fmla="*/ 1115764 h 6858000"/>
              <a:gd name="connsiteX983" fmla="*/ 3097761 w 4346425"/>
              <a:gd name="connsiteY983" fmla="*/ 1114574 h 6858000"/>
              <a:gd name="connsiteX984" fmla="*/ 3085515 w 4346425"/>
              <a:gd name="connsiteY984" fmla="*/ 1125787 h 6858000"/>
              <a:gd name="connsiteX985" fmla="*/ 3088945 w 4346425"/>
              <a:gd name="connsiteY985" fmla="*/ 1128491 h 6858000"/>
              <a:gd name="connsiteX986" fmla="*/ 3101189 w 4346425"/>
              <a:gd name="connsiteY986" fmla="*/ 1117278 h 6858000"/>
              <a:gd name="connsiteX987" fmla="*/ 3827972 w 4346425"/>
              <a:gd name="connsiteY987" fmla="*/ 1113543 h 6858000"/>
              <a:gd name="connsiteX988" fmla="*/ 3817495 w 4346425"/>
              <a:gd name="connsiteY988" fmla="*/ 1123926 h 6858000"/>
              <a:gd name="connsiteX989" fmla="*/ 3819059 w 4346425"/>
              <a:gd name="connsiteY989" fmla="*/ 1125093 h 6858000"/>
              <a:gd name="connsiteX990" fmla="*/ 3829836 w 4346425"/>
              <a:gd name="connsiteY990" fmla="*/ 1115078 h 6858000"/>
              <a:gd name="connsiteX991" fmla="*/ 3154615 w 4346425"/>
              <a:gd name="connsiteY991" fmla="*/ 1111586 h 6858000"/>
              <a:gd name="connsiteX992" fmla="*/ 3149409 w 4346425"/>
              <a:gd name="connsiteY992" fmla="*/ 1116445 h 6858000"/>
              <a:gd name="connsiteX993" fmla="*/ 3149139 w 4346425"/>
              <a:gd name="connsiteY993" fmla="*/ 1119110 h 6858000"/>
              <a:gd name="connsiteX994" fmla="*/ 3672563 w 4346425"/>
              <a:gd name="connsiteY994" fmla="*/ 1105864 h 6858000"/>
              <a:gd name="connsiteX995" fmla="*/ 3666991 w 4346425"/>
              <a:gd name="connsiteY995" fmla="*/ 1111023 h 6858000"/>
              <a:gd name="connsiteX996" fmla="*/ 3667117 w 4346425"/>
              <a:gd name="connsiteY996" fmla="*/ 1116421 h 6858000"/>
              <a:gd name="connsiteX997" fmla="*/ 3343871 w 4346425"/>
              <a:gd name="connsiteY997" fmla="*/ 1100816 h 6858000"/>
              <a:gd name="connsiteX998" fmla="*/ 3326353 w 4346425"/>
              <a:gd name="connsiteY998" fmla="*/ 1117553 h 6858000"/>
              <a:gd name="connsiteX999" fmla="*/ 3329482 w 4346425"/>
              <a:gd name="connsiteY999" fmla="*/ 1119891 h 6858000"/>
              <a:gd name="connsiteX1000" fmla="*/ 3347000 w 4346425"/>
              <a:gd name="connsiteY1000" fmla="*/ 1103154 h 6858000"/>
              <a:gd name="connsiteX1001" fmla="*/ 3540149 w 4346425"/>
              <a:gd name="connsiteY1001" fmla="*/ 1097153 h 6858000"/>
              <a:gd name="connsiteX1002" fmla="*/ 3534606 w 4346425"/>
              <a:gd name="connsiteY1002" fmla="*/ 1105343 h 6858000"/>
              <a:gd name="connsiteX1003" fmla="*/ 3539571 w 4346425"/>
              <a:gd name="connsiteY1003" fmla="*/ 1106183 h 6858000"/>
              <a:gd name="connsiteX1004" fmla="*/ 3459877 w 4346425"/>
              <a:gd name="connsiteY1004" fmla="*/ 1095410 h 6858000"/>
              <a:gd name="connsiteX1005" fmla="*/ 3455038 w 4346425"/>
              <a:gd name="connsiteY1005" fmla="*/ 1099969 h 6858000"/>
              <a:gd name="connsiteX1006" fmla="*/ 3453262 w 4346425"/>
              <a:gd name="connsiteY1006" fmla="*/ 1107531 h 6858000"/>
              <a:gd name="connsiteX1007" fmla="*/ 3282199 w 4346425"/>
              <a:gd name="connsiteY1007" fmla="*/ 1094900 h 6858000"/>
              <a:gd name="connsiteX1008" fmla="*/ 3272155 w 4346425"/>
              <a:gd name="connsiteY1008" fmla="*/ 1104317 h 6858000"/>
              <a:gd name="connsiteX1009" fmla="*/ 3274020 w 4346425"/>
              <a:gd name="connsiteY1009" fmla="*/ 1105852 h 6858000"/>
              <a:gd name="connsiteX1010" fmla="*/ 3283762 w 4346425"/>
              <a:gd name="connsiteY1010" fmla="*/ 1096068 h 6858000"/>
              <a:gd name="connsiteX1011" fmla="*/ 3668052 w 4346425"/>
              <a:gd name="connsiteY1011" fmla="*/ 1090596 h 6858000"/>
              <a:gd name="connsiteX1012" fmla="*/ 3657574 w 4346425"/>
              <a:gd name="connsiteY1012" fmla="*/ 1100980 h 6858000"/>
              <a:gd name="connsiteX1013" fmla="*/ 3671480 w 4346425"/>
              <a:gd name="connsiteY1013" fmla="*/ 1093300 h 6858000"/>
              <a:gd name="connsiteX1014" fmla="*/ 2961067 w 4346425"/>
              <a:gd name="connsiteY1014" fmla="*/ 1087454 h 6858000"/>
              <a:gd name="connsiteX1015" fmla="*/ 2943763 w 4346425"/>
              <a:gd name="connsiteY1015" fmla="*/ 1103378 h 6858000"/>
              <a:gd name="connsiteX1016" fmla="*/ 2910456 w 4346425"/>
              <a:gd name="connsiteY1016" fmla="*/ 1135977 h 6858000"/>
              <a:gd name="connsiteX1017" fmla="*/ 2951677 w 4346425"/>
              <a:gd name="connsiteY1017" fmla="*/ 1102499 h 6858000"/>
              <a:gd name="connsiteX1018" fmla="*/ 3962267 w 4346425"/>
              <a:gd name="connsiteY1018" fmla="*/ 1087101 h 6858000"/>
              <a:gd name="connsiteX1019" fmla="*/ 3927019 w 4346425"/>
              <a:gd name="connsiteY1019" fmla="*/ 1122405 h 6858000"/>
              <a:gd name="connsiteX1020" fmla="*/ 3946044 w 4346425"/>
              <a:gd name="connsiteY1020" fmla="*/ 1107672 h 6858000"/>
              <a:gd name="connsiteX1021" fmla="*/ 2962597 w 4346425"/>
              <a:gd name="connsiteY1021" fmla="*/ 1085000 h 6858000"/>
              <a:gd name="connsiteX1022" fmla="*/ 2961067 w 4346425"/>
              <a:gd name="connsiteY1022" fmla="*/ 1087454 h 6858000"/>
              <a:gd name="connsiteX1023" fmla="*/ 2961785 w 4346425"/>
              <a:gd name="connsiteY1023" fmla="*/ 1086792 h 6858000"/>
              <a:gd name="connsiteX1024" fmla="*/ 3743843 w 4346425"/>
              <a:gd name="connsiteY1024" fmla="*/ 1080105 h 6858000"/>
              <a:gd name="connsiteX1025" fmla="*/ 3732169 w 4346425"/>
              <a:gd name="connsiteY1025" fmla="*/ 1089018 h 6858000"/>
              <a:gd name="connsiteX1026" fmla="*/ 3730845 w 4346425"/>
              <a:gd name="connsiteY1026" fmla="*/ 1082152 h 6858000"/>
              <a:gd name="connsiteX1027" fmla="*/ 3722071 w 4346425"/>
              <a:gd name="connsiteY1027" fmla="*/ 1088968 h 6858000"/>
              <a:gd name="connsiteX1028" fmla="*/ 3726451 w 4346425"/>
              <a:gd name="connsiteY1028" fmla="*/ 1102240 h 6858000"/>
              <a:gd name="connsiteX1029" fmla="*/ 3373025 w 4346425"/>
              <a:gd name="connsiteY1029" fmla="*/ 1078863 h 6858000"/>
              <a:gd name="connsiteX1030" fmla="*/ 3362249 w 4346425"/>
              <a:gd name="connsiteY1030" fmla="*/ 1088878 h 6858000"/>
              <a:gd name="connsiteX1031" fmla="*/ 3363814 w 4346425"/>
              <a:gd name="connsiteY1031" fmla="*/ 1090047 h 6858000"/>
              <a:gd name="connsiteX1032" fmla="*/ 3143400 w 4346425"/>
              <a:gd name="connsiteY1032" fmla="*/ 1076115 h 6858000"/>
              <a:gd name="connsiteX1033" fmla="*/ 3112199 w 4346425"/>
              <a:gd name="connsiteY1033" fmla="*/ 1108296 h 6858000"/>
              <a:gd name="connsiteX1034" fmla="*/ 3143400 w 4346425"/>
              <a:gd name="connsiteY1034" fmla="*/ 1076115 h 6858000"/>
              <a:gd name="connsiteX1035" fmla="*/ 3869679 w 4346425"/>
              <a:gd name="connsiteY1035" fmla="*/ 1074012 h 6858000"/>
              <a:gd name="connsiteX1036" fmla="*/ 3866279 w 4346425"/>
              <a:gd name="connsiteY1036" fmla="*/ 1074340 h 6858000"/>
              <a:gd name="connsiteX1037" fmla="*/ 3857097 w 4346425"/>
              <a:gd name="connsiteY1037" fmla="*/ 1088556 h 6858000"/>
              <a:gd name="connsiteX1038" fmla="*/ 3306388 w 4346425"/>
              <a:gd name="connsiteY1038" fmla="*/ 1072107 h 6858000"/>
              <a:gd name="connsiteX1039" fmla="*/ 3302719 w 4346425"/>
              <a:gd name="connsiteY1039" fmla="*/ 1075101 h 6858000"/>
              <a:gd name="connsiteX1040" fmla="*/ 3290802 w 4346425"/>
              <a:gd name="connsiteY1040" fmla="*/ 1089713 h 6858000"/>
              <a:gd name="connsiteX1041" fmla="*/ 3677409 w 4346425"/>
              <a:gd name="connsiteY1041" fmla="*/ 1071349 h 6858000"/>
              <a:gd name="connsiteX1042" fmla="*/ 3637932 w 4346425"/>
              <a:gd name="connsiteY1042" fmla="*/ 1112116 h 6858000"/>
              <a:gd name="connsiteX1043" fmla="*/ 3272644 w 4346425"/>
              <a:gd name="connsiteY1043" fmla="*/ 1067642 h 6858000"/>
              <a:gd name="connsiteX1044" fmla="*/ 3261625 w 4346425"/>
              <a:gd name="connsiteY1044" fmla="*/ 1077456 h 6858000"/>
              <a:gd name="connsiteX1045" fmla="*/ 3229372 w 4346425"/>
              <a:gd name="connsiteY1045" fmla="*/ 1101325 h 6858000"/>
              <a:gd name="connsiteX1046" fmla="*/ 3222655 w 4346425"/>
              <a:gd name="connsiteY1046" fmla="*/ 1115639 h 6858000"/>
              <a:gd name="connsiteX1047" fmla="*/ 3240365 w 4346425"/>
              <a:gd name="connsiteY1047" fmla="*/ 1098679 h 6858000"/>
              <a:gd name="connsiteX1048" fmla="*/ 3276173 w 4346425"/>
              <a:gd name="connsiteY1048" fmla="*/ 1064249 h 6858000"/>
              <a:gd name="connsiteX1049" fmla="*/ 3272644 w 4346425"/>
              <a:gd name="connsiteY1049" fmla="*/ 1067642 h 6858000"/>
              <a:gd name="connsiteX1050" fmla="*/ 3275923 w 4346425"/>
              <a:gd name="connsiteY1050" fmla="*/ 1064721 h 6858000"/>
              <a:gd name="connsiteX1051" fmla="*/ 3702652 w 4346425"/>
              <a:gd name="connsiteY1051" fmla="*/ 1058088 h 6858000"/>
              <a:gd name="connsiteX1052" fmla="*/ 3692609 w 4346425"/>
              <a:gd name="connsiteY1052" fmla="*/ 1067504 h 6858000"/>
              <a:gd name="connsiteX1053" fmla="*/ 3695738 w 4346425"/>
              <a:gd name="connsiteY1053" fmla="*/ 1069842 h 6858000"/>
              <a:gd name="connsiteX1054" fmla="*/ 3705782 w 4346425"/>
              <a:gd name="connsiteY1054" fmla="*/ 1060425 h 6858000"/>
              <a:gd name="connsiteX1055" fmla="*/ 3499084 w 4346425"/>
              <a:gd name="connsiteY1055" fmla="*/ 1057309 h 6858000"/>
              <a:gd name="connsiteX1056" fmla="*/ 3494544 w 4346425"/>
              <a:gd name="connsiteY1056" fmla="*/ 1062234 h 6858000"/>
              <a:gd name="connsiteX1057" fmla="*/ 3490934 w 4346425"/>
              <a:gd name="connsiteY1057" fmla="*/ 1071293 h 6858000"/>
              <a:gd name="connsiteX1058" fmla="*/ 3777275 w 4346425"/>
              <a:gd name="connsiteY1058" fmla="*/ 1049159 h 6858000"/>
              <a:gd name="connsiteX1059" fmla="*/ 3773579 w 4346425"/>
              <a:gd name="connsiteY1059" fmla="*/ 1050341 h 6858000"/>
              <a:gd name="connsiteX1060" fmla="*/ 3770506 w 4346425"/>
              <a:gd name="connsiteY1060" fmla="*/ 1052849 h 6858000"/>
              <a:gd name="connsiteX1061" fmla="*/ 3772128 w 4346425"/>
              <a:gd name="connsiteY1061" fmla="*/ 1060082 h 6858000"/>
              <a:gd name="connsiteX1062" fmla="*/ 3293589 w 4346425"/>
              <a:gd name="connsiteY1062" fmla="*/ 1047500 h 6858000"/>
              <a:gd name="connsiteX1063" fmla="*/ 3284561 w 4346425"/>
              <a:gd name="connsiteY1063" fmla="*/ 1048351 h 6858000"/>
              <a:gd name="connsiteX1064" fmla="*/ 3276173 w 4346425"/>
              <a:gd name="connsiteY1064" fmla="*/ 1064249 h 6858000"/>
              <a:gd name="connsiteX1065" fmla="*/ 3295931 w 4346425"/>
              <a:gd name="connsiteY1065" fmla="*/ 1045248 h 6858000"/>
              <a:gd name="connsiteX1066" fmla="*/ 3293589 w 4346425"/>
              <a:gd name="connsiteY1066" fmla="*/ 1047500 h 6858000"/>
              <a:gd name="connsiteX1067" fmla="*/ 3295134 w 4346425"/>
              <a:gd name="connsiteY1067" fmla="*/ 1047355 h 6858000"/>
              <a:gd name="connsiteX1068" fmla="*/ 4006446 w 4346425"/>
              <a:gd name="connsiteY1068" fmla="*/ 1043108 h 6858000"/>
              <a:gd name="connsiteX1069" fmla="*/ 3972048 w 4346425"/>
              <a:gd name="connsiteY1069" fmla="*/ 1073618 h 6858000"/>
              <a:gd name="connsiteX1070" fmla="*/ 3973005 w 4346425"/>
              <a:gd name="connsiteY1070" fmla="*/ 1080785 h 6858000"/>
              <a:gd name="connsiteX1071" fmla="*/ 3412232 w 4346425"/>
              <a:gd name="connsiteY1071" fmla="*/ 1040761 h 6858000"/>
              <a:gd name="connsiteX1072" fmla="*/ 3407326 w 4346425"/>
              <a:gd name="connsiteY1072" fmla="*/ 1045986 h 6858000"/>
              <a:gd name="connsiteX1073" fmla="*/ 3398481 w 4346425"/>
              <a:gd name="connsiteY1073" fmla="*/ 1056871 h 6858000"/>
              <a:gd name="connsiteX1074" fmla="*/ 3233356 w 4346425"/>
              <a:gd name="connsiteY1074" fmla="*/ 1038784 h 6858000"/>
              <a:gd name="connsiteX1075" fmla="*/ 3211782 w 4346425"/>
              <a:gd name="connsiteY1075" fmla="*/ 1049052 h 6858000"/>
              <a:gd name="connsiteX1076" fmla="*/ 3215840 w 4346425"/>
              <a:gd name="connsiteY1076" fmla="*/ 1055521 h 6858000"/>
              <a:gd name="connsiteX1077" fmla="*/ 3342226 w 4346425"/>
              <a:gd name="connsiteY1077" fmla="*/ 1037365 h 6858000"/>
              <a:gd name="connsiteX1078" fmla="*/ 3319870 w 4346425"/>
              <a:gd name="connsiteY1078" fmla="*/ 1058662 h 6858000"/>
              <a:gd name="connsiteX1079" fmla="*/ 3321434 w 4346425"/>
              <a:gd name="connsiteY1079" fmla="*/ 1059830 h 6858000"/>
              <a:gd name="connsiteX1080" fmla="*/ 3343424 w 4346425"/>
              <a:gd name="connsiteY1080" fmla="*/ 1038833 h 6858000"/>
              <a:gd name="connsiteX1081" fmla="*/ 3275618 w 4346425"/>
              <a:gd name="connsiteY1081" fmla="*/ 1033643 h 6858000"/>
              <a:gd name="connsiteX1082" fmla="*/ 3196875 w 4346425"/>
              <a:gd name="connsiteY1082" fmla="*/ 1106445 h 6858000"/>
              <a:gd name="connsiteX1083" fmla="*/ 3194354 w 4346425"/>
              <a:gd name="connsiteY1083" fmla="*/ 1098111 h 6858000"/>
              <a:gd name="connsiteX1084" fmla="*/ 3110137 w 4346425"/>
              <a:gd name="connsiteY1084" fmla="*/ 1178438 h 6858000"/>
              <a:gd name="connsiteX1085" fmla="*/ 3116694 w 4346425"/>
              <a:gd name="connsiteY1085" fmla="*/ 1183479 h 6858000"/>
              <a:gd name="connsiteX1086" fmla="*/ 3794494 w 4346425"/>
              <a:gd name="connsiteY1086" fmla="*/ 1032055 h 6858000"/>
              <a:gd name="connsiteX1087" fmla="*/ 3783986 w 4346425"/>
              <a:gd name="connsiteY1087" fmla="*/ 1039405 h 6858000"/>
              <a:gd name="connsiteX1088" fmla="*/ 3788980 w 4346425"/>
              <a:gd name="connsiteY1088" fmla="*/ 1043277 h 6858000"/>
              <a:gd name="connsiteX1089" fmla="*/ 3310849 w 4346425"/>
              <a:gd name="connsiteY1089" fmla="*/ 1030905 h 6858000"/>
              <a:gd name="connsiteX1090" fmla="*/ 3300840 w 4346425"/>
              <a:gd name="connsiteY1090" fmla="*/ 1032061 h 6858000"/>
              <a:gd name="connsiteX1091" fmla="*/ 3298016 w 4346425"/>
              <a:gd name="connsiteY1091" fmla="*/ 1039742 h 6858000"/>
              <a:gd name="connsiteX1092" fmla="*/ 3295931 w 4346425"/>
              <a:gd name="connsiteY1092" fmla="*/ 1045248 h 6858000"/>
              <a:gd name="connsiteX1093" fmla="*/ 3311804 w 4346425"/>
              <a:gd name="connsiteY1093" fmla="*/ 1029986 h 6858000"/>
              <a:gd name="connsiteX1094" fmla="*/ 3310849 w 4346425"/>
              <a:gd name="connsiteY1094" fmla="*/ 1030905 h 6858000"/>
              <a:gd name="connsiteX1095" fmla="*/ 3311244 w 4346425"/>
              <a:gd name="connsiteY1095" fmla="*/ 1030858 h 6858000"/>
              <a:gd name="connsiteX1096" fmla="*/ 3429383 w 4346425"/>
              <a:gd name="connsiteY1096" fmla="*/ 1024323 h 6858000"/>
              <a:gd name="connsiteX1097" fmla="*/ 3424178 w 4346425"/>
              <a:gd name="connsiteY1097" fmla="*/ 1029182 h 6858000"/>
              <a:gd name="connsiteX1098" fmla="*/ 3419002 w 4346425"/>
              <a:gd name="connsiteY1098" fmla="*/ 1037071 h 6858000"/>
              <a:gd name="connsiteX1099" fmla="*/ 3758684 w 4346425"/>
              <a:gd name="connsiteY1099" fmla="*/ 1023375 h 6858000"/>
              <a:gd name="connsiteX1100" fmla="*/ 3755651 w 4346425"/>
              <a:gd name="connsiteY1100" fmla="*/ 1023405 h 6858000"/>
              <a:gd name="connsiteX1101" fmla="*/ 3746738 w 4346425"/>
              <a:gd name="connsiteY1101" fmla="*/ 1034955 h 6858000"/>
              <a:gd name="connsiteX1102" fmla="*/ 3200056 w 4346425"/>
              <a:gd name="connsiteY1102" fmla="*/ 1021943 h 6858000"/>
              <a:gd name="connsiteX1103" fmla="*/ 3182539 w 4346425"/>
              <a:gd name="connsiteY1103" fmla="*/ 1038679 h 6858000"/>
              <a:gd name="connsiteX1104" fmla="*/ 3184104 w 4346425"/>
              <a:gd name="connsiteY1104" fmla="*/ 1039849 h 6858000"/>
              <a:gd name="connsiteX1105" fmla="*/ 3201622 w 4346425"/>
              <a:gd name="connsiteY1105" fmla="*/ 1023111 h 6858000"/>
              <a:gd name="connsiteX1106" fmla="*/ 3161408 w 4346425"/>
              <a:gd name="connsiteY1106" fmla="*/ 1018025 h 6858000"/>
              <a:gd name="connsiteX1107" fmla="*/ 3143894 w 4346425"/>
              <a:gd name="connsiteY1107" fmla="*/ 1031397 h 6858000"/>
              <a:gd name="connsiteX1108" fmla="*/ 3130379 w 4346425"/>
              <a:gd name="connsiteY1108" fmla="*/ 1045174 h 6858000"/>
              <a:gd name="connsiteX1109" fmla="*/ 3135073 w 4346425"/>
              <a:gd name="connsiteY1109" fmla="*/ 1048680 h 6858000"/>
              <a:gd name="connsiteX1110" fmla="*/ 3161408 w 4346425"/>
              <a:gd name="connsiteY1110" fmla="*/ 1018025 h 6858000"/>
              <a:gd name="connsiteX1111" fmla="*/ 3544161 w 4346425"/>
              <a:gd name="connsiteY1111" fmla="*/ 1014418 h 6858000"/>
              <a:gd name="connsiteX1112" fmla="*/ 3539324 w 4346425"/>
              <a:gd name="connsiteY1112" fmla="*/ 1018976 h 6858000"/>
              <a:gd name="connsiteX1113" fmla="*/ 3535644 w 4346425"/>
              <a:gd name="connsiteY1113" fmla="*/ 1028701 h 6858000"/>
              <a:gd name="connsiteX1114" fmla="*/ 3325237 w 4346425"/>
              <a:gd name="connsiteY1114" fmla="*/ 1009052 h 6858000"/>
              <a:gd name="connsiteX1115" fmla="*/ 3311804 w 4346425"/>
              <a:gd name="connsiteY1115" fmla="*/ 1029986 h 6858000"/>
              <a:gd name="connsiteX1116" fmla="*/ 3329930 w 4346425"/>
              <a:gd name="connsiteY1116" fmla="*/ 1012556 h 6858000"/>
              <a:gd name="connsiteX1117" fmla="*/ 3533209 w 4346425"/>
              <a:gd name="connsiteY1117" fmla="*/ 1006237 h 6858000"/>
              <a:gd name="connsiteX1118" fmla="*/ 3467339 w 4346425"/>
              <a:gd name="connsiteY1118" fmla="*/ 1071594 h 6858000"/>
              <a:gd name="connsiteX1119" fmla="*/ 3537535 w 4346425"/>
              <a:gd name="connsiteY1119" fmla="*/ 1010042 h 6858000"/>
              <a:gd name="connsiteX1120" fmla="*/ 3995136 w 4346425"/>
              <a:gd name="connsiteY1120" fmla="*/ 1005272 h 6858000"/>
              <a:gd name="connsiteX1121" fmla="*/ 3968173 w 4346425"/>
              <a:gd name="connsiteY1121" fmla="*/ 1027195 h 6858000"/>
              <a:gd name="connsiteX1122" fmla="*/ 3952849 w 4346425"/>
              <a:gd name="connsiteY1122" fmla="*/ 1053833 h 6858000"/>
              <a:gd name="connsiteX1123" fmla="*/ 4020085 w 4346425"/>
              <a:gd name="connsiteY1123" fmla="*/ 1003156 h 6858000"/>
              <a:gd name="connsiteX1124" fmla="*/ 3934878 w 4346425"/>
              <a:gd name="connsiteY1124" fmla="*/ 1084998 h 6858000"/>
              <a:gd name="connsiteX1125" fmla="*/ 3948485 w 4346425"/>
              <a:gd name="connsiteY1125" fmla="*/ 1076953 h 6858000"/>
              <a:gd name="connsiteX1126" fmla="*/ 3999343 w 4346425"/>
              <a:gd name="connsiteY1126" fmla="*/ 1029345 h 6858000"/>
              <a:gd name="connsiteX1127" fmla="*/ 4024704 w 4346425"/>
              <a:gd name="connsiteY1127" fmla="*/ 997324 h 6858000"/>
              <a:gd name="connsiteX1128" fmla="*/ 4020085 w 4346425"/>
              <a:gd name="connsiteY1128" fmla="*/ 1003156 h 6858000"/>
              <a:gd name="connsiteX1129" fmla="*/ 4023635 w 4346425"/>
              <a:gd name="connsiteY1129" fmla="*/ 999746 h 6858000"/>
              <a:gd name="connsiteX1130" fmla="*/ 4052163 w 4346425"/>
              <a:gd name="connsiteY1130" fmla="*/ 997252 h 6858000"/>
              <a:gd name="connsiteX1131" fmla="*/ 4022187 w 4346425"/>
              <a:gd name="connsiteY1131" fmla="*/ 1033934 h 6858000"/>
              <a:gd name="connsiteX1132" fmla="*/ 3234019 w 4346425"/>
              <a:gd name="connsiteY1132" fmla="*/ 992399 h 6858000"/>
              <a:gd name="connsiteX1133" fmla="*/ 3229451 w 4346425"/>
              <a:gd name="connsiteY1133" fmla="*/ 994292 h 6858000"/>
              <a:gd name="connsiteX1134" fmla="*/ 3228941 w 4346425"/>
              <a:gd name="connsiteY1134" fmla="*/ 1002655 h 6858000"/>
              <a:gd name="connsiteX1135" fmla="*/ 3550456 w 4346425"/>
              <a:gd name="connsiteY1135" fmla="*/ 992165 h 6858000"/>
              <a:gd name="connsiteX1136" fmla="*/ 3544885 w 4346425"/>
              <a:gd name="connsiteY1136" fmla="*/ 997323 h 6858000"/>
              <a:gd name="connsiteX1137" fmla="*/ 3543107 w 4346425"/>
              <a:gd name="connsiteY1137" fmla="*/ 1004885 h 6858000"/>
              <a:gd name="connsiteX1138" fmla="*/ 3393677 w 4346425"/>
              <a:gd name="connsiteY1138" fmla="*/ 988052 h 6858000"/>
              <a:gd name="connsiteX1139" fmla="*/ 3376893 w 4346425"/>
              <a:gd name="connsiteY1139" fmla="*/ 1004191 h 6858000"/>
              <a:gd name="connsiteX1140" fmla="*/ 3378091 w 4346425"/>
              <a:gd name="connsiteY1140" fmla="*/ 1005658 h 6858000"/>
              <a:gd name="connsiteX1141" fmla="*/ 3395241 w 4346425"/>
              <a:gd name="connsiteY1141" fmla="*/ 989220 h 6858000"/>
              <a:gd name="connsiteX1142" fmla="*/ 3994593 w 4346425"/>
              <a:gd name="connsiteY1142" fmla="*/ 987376 h 6858000"/>
              <a:gd name="connsiteX1143" fmla="*/ 3983816 w 4346425"/>
              <a:gd name="connsiteY1143" fmla="*/ 997392 h 6858000"/>
              <a:gd name="connsiteX1144" fmla="*/ 3985749 w 4346425"/>
              <a:gd name="connsiteY1144" fmla="*/ 998261 h 6858000"/>
              <a:gd name="connsiteX1145" fmla="*/ 3996158 w 4346425"/>
              <a:gd name="connsiteY1145" fmla="*/ 988543 h 6858000"/>
              <a:gd name="connsiteX1146" fmla="*/ 4037657 w 4346425"/>
              <a:gd name="connsiteY1146" fmla="*/ 980971 h 6858000"/>
              <a:gd name="connsiteX1147" fmla="*/ 4028060 w 4346425"/>
              <a:gd name="connsiteY1147" fmla="*/ 989718 h 6858000"/>
              <a:gd name="connsiteX1148" fmla="*/ 4024704 w 4346425"/>
              <a:gd name="connsiteY1148" fmla="*/ 997324 h 6858000"/>
              <a:gd name="connsiteX1149" fmla="*/ 3367863 w 4346425"/>
              <a:gd name="connsiteY1149" fmla="*/ 980387 h 6858000"/>
              <a:gd name="connsiteX1150" fmla="*/ 3351560 w 4346425"/>
              <a:gd name="connsiteY1150" fmla="*/ 985129 h 6858000"/>
              <a:gd name="connsiteX1151" fmla="*/ 3354081 w 4346425"/>
              <a:gd name="connsiteY1151" fmla="*/ 993463 h 6858000"/>
              <a:gd name="connsiteX1152" fmla="*/ 3079953 w 4346425"/>
              <a:gd name="connsiteY1152" fmla="*/ 978124 h 6858000"/>
              <a:gd name="connsiteX1153" fmla="*/ 3064360 w 4346425"/>
              <a:gd name="connsiteY1153" fmla="*/ 988782 h 6858000"/>
              <a:gd name="connsiteX1154" fmla="*/ 3072109 w 4346425"/>
              <a:gd name="connsiteY1154" fmla="*/ 985366 h 6858000"/>
              <a:gd name="connsiteX1155" fmla="*/ 3079953 w 4346425"/>
              <a:gd name="connsiteY1155" fmla="*/ 978124 h 6858000"/>
              <a:gd name="connsiteX1156" fmla="*/ 3942693 w 4346425"/>
              <a:gd name="connsiteY1156" fmla="*/ 974710 h 6858000"/>
              <a:gd name="connsiteX1157" fmla="*/ 3935654 w 4346425"/>
              <a:gd name="connsiteY1157" fmla="*/ 981064 h 6858000"/>
              <a:gd name="connsiteX1158" fmla="*/ 3937220 w 4346425"/>
              <a:gd name="connsiteY1158" fmla="*/ 982233 h 6858000"/>
              <a:gd name="connsiteX1159" fmla="*/ 3210590 w 4346425"/>
              <a:gd name="connsiteY1159" fmla="*/ 971173 h 6858000"/>
              <a:gd name="connsiteX1160" fmla="*/ 3170127 w 4346425"/>
              <a:gd name="connsiteY1160" fmla="*/ 1001741 h 6858000"/>
              <a:gd name="connsiteX1161" fmla="*/ 3169307 w 4346425"/>
              <a:gd name="connsiteY1161" fmla="*/ 1016469 h 6858000"/>
              <a:gd name="connsiteX1162" fmla="*/ 3210590 w 4346425"/>
              <a:gd name="connsiteY1162" fmla="*/ 971173 h 6858000"/>
              <a:gd name="connsiteX1163" fmla="*/ 3412662 w 4346425"/>
              <a:gd name="connsiteY1163" fmla="*/ 970117 h 6858000"/>
              <a:gd name="connsiteX1164" fmla="*/ 3400349 w 4346425"/>
              <a:gd name="connsiteY1164" fmla="*/ 981996 h 6858000"/>
              <a:gd name="connsiteX1165" fmla="*/ 3401913 w 4346425"/>
              <a:gd name="connsiteY1165" fmla="*/ 983164 h 6858000"/>
              <a:gd name="connsiteX1166" fmla="*/ 3414226 w 4346425"/>
              <a:gd name="connsiteY1166" fmla="*/ 971286 h 6858000"/>
              <a:gd name="connsiteX1167" fmla="*/ 3489411 w 4346425"/>
              <a:gd name="connsiteY1167" fmla="*/ 966789 h 6858000"/>
              <a:gd name="connsiteX1168" fmla="*/ 3484506 w 4346425"/>
              <a:gd name="connsiteY1168" fmla="*/ 972015 h 6858000"/>
              <a:gd name="connsiteX1169" fmla="*/ 3475660 w 4346425"/>
              <a:gd name="connsiteY1169" fmla="*/ 982900 h 6858000"/>
              <a:gd name="connsiteX1170" fmla="*/ 3113221 w 4346425"/>
              <a:gd name="connsiteY1170" fmla="*/ 945481 h 6858000"/>
              <a:gd name="connsiteX1171" fmla="*/ 3108016 w 4346425"/>
              <a:gd name="connsiteY1171" fmla="*/ 950339 h 6858000"/>
              <a:gd name="connsiteX1172" fmla="*/ 3108046 w 4346425"/>
              <a:gd name="connsiteY1172" fmla="*/ 953371 h 6858000"/>
              <a:gd name="connsiteX1173" fmla="*/ 3239985 w 4346425"/>
              <a:gd name="connsiteY1173" fmla="*/ 943521 h 6858000"/>
              <a:gd name="connsiteX1174" fmla="*/ 3236219 w 4346425"/>
              <a:gd name="connsiteY1174" fmla="*/ 944150 h 6858000"/>
              <a:gd name="connsiteX1175" fmla="*/ 3218924 w 4346425"/>
              <a:gd name="connsiteY1175" fmla="*/ 968651 h 6858000"/>
              <a:gd name="connsiteX1176" fmla="*/ 4078263 w 4346425"/>
              <a:gd name="connsiteY1176" fmla="*/ 942339 h 6858000"/>
              <a:gd name="connsiteX1177" fmla="*/ 4072691 w 4346425"/>
              <a:gd name="connsiteY1177" fmla="*/ 947496 h 6858000"/>
              <a:gd name="connsiteX1178" fmla="*/ 4045963 w 4346425"/>
              <a:gd name="connsiteY1178" fmla="*/ 975418 h 6858000"/>
              <a:gd name="connsiteX1179" fmla="*/ 3458938 w 4346425"/>
              <a:gd name="connsiteY1179" fmla="*/ 928693 h 6858000"/>
              <a:gd name="connsiteX1180" fmla="*/ 3453367 w 4346425"/>
              <a:gd name="connsiteY1180" fmla="*/ 933851 h 6858000"/>
              <a:gd name="connsiteX1181" fmla="*/ 3453193 w 4346425"/>
              <a:gd name="connsiteY1181" fmla="*/ 938882 h 6858000"/>
              <a:gd name="connsiteX1182" fmla="*/ 3906977 w 4346425"/>
              <a:gd name="connsiteY1182" fmla="*/ 921944 h 6858000"/>
              <a:gd name="connsiteX1183" fmla="*/ 3882719 w 4346425"/>
              <a:gd name="connsiteY1183" fmla="*/ 945403 h 6858000"/>
              <a:gd name="connsiteX1184" fmla="*/ 3884285 w 4346425"/>
              <a:gd name="connsiteY1184" fmla="*/ 946571 h 6858000"/>
              <a:gd name="connsiteX1185" fmla="*/ 3908541 w 4346425"/>
              <a:gd name="connsiteY1185" fmla="*/ 923112 h 6858000"/>
              <a:gd name="connsiteX1186" fmla="*/ 3312366 w 4346425"/>
              <a:gd name="connsiteY1186" fmla="*/ 916863 h 6858000"/>
              <a:gd name="connsiteX1187" fmla="*/ 3307460 w 4346425"/>
              <a:gd name="connsiteY1187" fmla="*/ 922087 h 6858000"/>
              <a:gd name="connsiteX1188" fmla="*/ 3303550 w 4346425"/>
              <a:gd name="connsiteY1188" fmla="*/ 930780 h 6858000"/>
              <a:gd name="connsiteX1189" fmla="*/ 3227893 w 4346425"/>
              <a:gd name="connsiteY1189" fmla="*/ 916713 h 6858000"/>
              <a:gd name="connsiteX1190" fmla="*/ 3221153 w 4346425"/>
              <a:gd name="connsiteY1190" fmla="*/ 923435 h 6858000"/>
              <a:gd name="connsiteX1191" fmla="*/ 3217512 w 4346425"/>
              <a:gd name="connsiteY1191" fmla="*/ 929461 h 6858000"/>
              <a:gd name="connsiteX1192" fmla="*/ 3373836 w 4346425"/>
              <a:gd name="connsiteY1192" fmla="*/ 901551 h 6858000"/>
              <a:gd name="connsiteX1193" fmla="*/ 3366822 w 4346425"/>
              <a:gd name="connsiteY1193" fmla="*/ 903912 h 6858000"/>
              <a:gd name="connsiteX1194" fmla="*/ 3363329 w 4346425"/>
              <a:gd name="connsiteY1194" fmla="*/ 908901 h 6858000"/>
              <a:gd name="connsiteX1195" fmla="*/ 3363454 w 4346425"/>
              <a:gd name="connsiteY1195" fmla="*/ 914299 h 6858000"/>
              <a:gd name="connsiteX1196" fmla="*/ 4022314 w 4346425"/>
              <a:gd name="connsiteY1196" fmla="*/ 893243 h 6858000"/>
              <a:gd name="connsiteX1197" fmla="*/ 4017478 w 4346425"/>
              <a:gd name="connsiteY1197" fmla="*/ 897802 h 6858000"/>
              <a:gd name="connsiteX1198" fmla="*/ 4018404 w 4346425"/>
              <a:gd name="connsiteY1198" fmla="*/ 901936 h 6858000"/>
              <a:gd name="connsiteX1199" fmla="*/ 3171047 w 4346425"/>
              <a:gd name="connsiteY1199" fmla="*/ 889745 h 6858000"/>
              <a:gd name="connsiteX1200" fmla="*/ 3159101 w 4346425"/>
              <a:gd name="connsiteY1200" fmla="*/ 901324 h 6858000"/>
              <a:gd name="connsiteX1201" fmla="*/ 3160667 w 4346425"/>
              <a:gd name="connsiteY1201" fmla="*/ 902493 h 6858000"/>
              <a:gd name="connsiteX1202" fmla="*/ 3172911 w 4346425"/>
              <a:gd name="connsiteY1202" fmla="*/ 891279 h 6858000"/>
              <a:gd name="connsiteX1203" fmla="*/ 3390551 w 4346425"/>
              <a:gd name="connsiteY1203" fmla="*/ 886080 h 6858000"/>
              <a:gd name="connsiteX1204" fmla="*/ 3387518 w 4346425"/>
              <a:gd name="connsiteY1204" fmla="*/ 886109 h 6858000"/>
              <a:gd name="connsiteX1205" fmla="*/ 3382956 w 4346425"/>
              <a:gd name="connsiteY1205" fmla="*/ 889602 h 6858000"/>
              <a:gd name="connsiteX1206" fmla="*/ 3382342 w 4346425"/>
              <a:gd name="connsiteY1206" fmla="*/ 893999 h 6858000"/>
              <a:gd name="connsiteX1207" fmla="*/ 3255636 w 4346425"/>
              <a:gd name="connsiteY1207" fmla="*/ 878797 h 6858000"/>
              <a:gd name="connsiteX1208" fmla="*/ 3177530 w 4346425"/>
              <a:gd name="connsiteY1208" fmla="*/ 948635 h 6858000"/>
              <a:gd name="connsiteX1209" fmla="*/ 3180360 w 4346425"/>
              <a:gd name="connsiteY1209" fmla="*/ 950604 h 6858000"/>
              <a:gd name="connsiteX1210" fmla="*/ 3336950 w 4346425"/>
              <a:gd name="connsiteY1210" fmla="*/ 850350 h 6858000"/>
              <a:gd name="connsiteX1211" fmla="*/ 3252857 w 4346425"/>
              <a:gd name="connsiteY1211" fmla="*/ 936075 h 6858000"/>
              <a:gd name="connsiteX1212" fmla="*/ 3336950 w 4346425"/>
              <a:gd name="connsiteY1212" fmla="*/ 850350 h 6858000"/>
              <a:gd name="connsiteX1213" fmla="*/ 3978022 w 4346425"/>
              <a:gd name="connsiteY1213" fmla="*/ 848696 h 6858000"/>
              <a:gd name="connsiteX1214" fmla="*/ 3959403 w 4346425"/>
              <a:gd name="connsiteY1214" fmla="*/ 866332 h 6858000"/>
              <a:gd name="connsiteX1215" fmla="*/ 3962531 w 4346425"/>
              <a:gd name="connsiteY1215" fmla="*/ 868669 h 6858000"/>
              <a:gd name="connsiteX1216" fmla="*/ 3981151 w 4346425"/>
              <a:gd name="connsiteY1216" fmla="*/ 851033 h 6858000"/>
              <a:gd name="connsiteX1217" fmla="*/ 3295315 w 4346425"/>
              <a:gd name="connsiteY1217" fmla="*/ 836031 h 6858000"/>
              <a:gd name="connsiteX1218" fmla="*/ 3264510 w 4346425"/>
              <a:gd name="connsiteY1218" fmla="*/ 870944 h 6858000"/>
              <a:gd name="connsiteX1219" fmla="*/ 3295315 w 4346425"/>
              <a:gd name="connsiteY1219" fmla="*/ 836031 h 6858000"/>
              <a:gd name="connsiteX1220" fmla="*/ 3266468 w 4346425"/>
              <a:gd name="connsiteY1220" fmla="*/ 828393 h 6858000"/>
              <a:gd name="connsiteX1221" fmla="*/ 3253055 w 4346425"/>
              <a:gd name="connsiteY1221" fmla="*/ 841172 h 6858000"/>
              <a:gd name="connsiteX1222" fmla="*/ 3256483 w 4346425"/>
              <a:gd name="connsiteY1222" fmla="*/ 843875 h 6858000"/>
              <a:gd name="connsiteX1223" fmla="*/ 3269598 w 4346425"/>
              <a:gd name="connsiteY1223" fmla="*/ 830731 h 6858000"/>
              <a:gd name="connsiteX1224" fmla="*/ 3393606 w 4346425"/>
              <a:gd name="connsiteY1224" fmla="*/ 796178 h 6858000"/>
              <a:gd name="connsiteX1225" fmla="*/ 3343448 w 4346425"/>
              <a:gd name="connsiteY1225" fmla="*/ 849326 h 6858000"/>
              <a:gd name="connsiteX1226" fmla="*/ 3393606 w 4346425"/>
              <a:gd name="connsiteY1226" fmla="*/ 796178 h 6858000"/>
              <a:gd name="connsiteX1227" fmla="*/ 3483015 w 4346425"/>
              <a:gd name="connsiteY1227" fmla="*/ 794135 h 6858000"/>
              <a:gd name="connsiteX1228" fmla="*/ 3478110 w 4346425"/>
              <a:gd name="connsiteY1228" fmla="*/ 799358 h 6858000"/>
              <a:gd name="connsiteX1229" fmla="*/ 3474469 w 4346425"/>
              <a:gd name="connsiteY1229" fmla="*/ 805385 h 6858000"/>
              <a:gd name="connsiteX1230" fmla="*/ 1082295 w 4346425"/>
              <a:gd name="connsiteY1230" fmla="*/ 787710 h 6858000"/>
              <a:gd name="connsiteX1231" fmla="*/ 1079562 w 4346425"/>
              <a:gd name="connsiteY1231" fmla="*/ 788106 h 6858000"/>
              <a:gd name="connsiteX1232" fmla="*/ 1071054 w 4346425"/>
              <a:gd name="connsiteY1232" fmla="*/ 795659 h 6858000"/>
              <a:gd name="connsiteX1233" fmla="*/ 3346401 w 4346425"/>
              <a:gd name="connsiteY1233" fmla="*/ 787017 h 6858000"/>
              <a:gd name="connsiteX1234" fmla="*/ 3325640 w 4346425"/>
              <a:gd name="connsiteY1234" fmla="*/ 812513 h 6858000"/>
              <a:gd name="connsiteX1235" fmla="*/ 3346401 w 4346425"/>
              <a:gd name="connsiteY1235" fmla="*/ 787017 h 6858000"/>
              <a:gd name="connsiteX1236" fmla="*/ 3319148 w 4346425"/>
              <a:gd name="connsiteY1236" fmla="*/ 783579 h 6858000"/>
              <a:gd name="connsiteX1237" fmla="*/ 3313943 w 4346425"/>
              <a:gd name="connsiteY1237" fmla="*/ 788437 h 6858000"/>
              <a:gd name="connsiteX1238" fmla="*/ 3308766 w 4346425"/>
              <a:gd name="connsiteY1238" fmla="*/ 796327 h 6858000"/>
              <a:gd name="connsiteX1239" fmla="*/ 3422337 w 4346425"/>
              <a:gd name="connsiteY1239" fmla="*/ 768459 h 6858000"/>
              <a:gd name="connsiteX1240" fmla="*/ 3400347 w 4346425"/>
              <a:gd name="connsiteY1240" fmla="*/ 789455 h 6858000"/>
              <a:gd name="connsiteX1241" fmla="*/ 3405041 w 4346425"/>
              <a:gd name="connsiteY1241" fmla="*/ 792961 h 6858000"/>
              <a:gd name="connsiteX1242" fmla="*/ 3422337 w 4346425"/>
              <a:gd name="connsiteY1242" fmla="*/ 768459 h 6858000"/>
              <a:gd name="connsiteX1243" fmla="*/ 3462944 w 4346425"/>
              <a:gd name="connsiteY1243" fmla="*/ 729827 h 6858000"/>
              <a:gd name="connsiteX1244" fmla="*/ 3435508 w 4346425"/>
              <a:gd name="connsiteY1244" fmla="*/ 761380 h 6858000"/>
              <a:gd name="connsiteX1245" fmla="*/ 3462944 w 4346425"/>
              <a:gd name="connsiteY1245" fmla="*/ 729827 h 6858000"/>
              <a:gd name="connsiteX1246" fmla="*/ 3397792 w 4346425"/>
              <a:gd name="connsiteY1246" fmla="*/ 708411 h 6858000"/>
              <a:gd name="connsiteX1247" fmla="*/ 3392221 w 4346425"/>
              <a:gd name="connsiteY1247" fmla="*/ 713567 h 6858000"/>
              <a:gd name="connsiteX1248" fmla="*/ 3386746 w 4346425"/>
              <a:gd name="connsiteY1248" fmla="*/ 721092 h 6858000"/>
              <a:gd name="connsiteX1249" fmla="*/ 4346425 w 4346425"/>
              <a:gd name="connsiteY1249" fmla="*/ 691150 h 6858000"/>
              <a:gd name="connsiteX1250" fmla="*/ 4113135 w 4346425"/>
              <a:gd name="connsiteY1250" fmla="*/ 930390 h 6858000"/>
              <a:gd name="connsiteX1251" fmla="*/ 4112556 w 4346425"/>
              <a:gd name="connsiteY1251" fmla="*/ 939419 h 6858000"/>
              <a:gd name="connsiteX1252" fmla="*/ 4346425 w 4346425"/>
              <a:gd name="connsiteY1252" fmla="*/ 691150 h 6858000"/>
              <a:gd name="connsiteX1253" fmla="*/ 3424320 w 4346425"/>
              <a:gd name="connsiteY1253" fmla="*/ 682488 h 6858000"/>
              <a:gd name="connsiteX1254" fmla="*/ 3417946 w 4346425"/>
              <a:gd name="connsiteY1254" fmla="*/ 688910 h 6858000"/>
              <a:gd name="connsiteX1255" fmla="*/ 3419144 w 4346425"/>
              <a:gd name="connsiteY1255" fmla="*/ 690379 h 6858000"/>
              <a:gd name="connsiteX1256" fmla="*/ 3425884 w 4346425"/>
              <a:gd name="connsiteY1256" fmla="*/ 683656 h 6858000"/>
              <a:gd name="connsiteX1257" fmla="*/ 3463819 w 4346425"/>
              <a:gd name="connsiteY1257" fmla="*/ 674711 h 6858000"/>
              <a:gd name="connsiteX1258" fmla="*/ 3389277 w 4346425"/>
              <a:gd name="connsiteY1258" fmla="*/ 745920 h 6858000"/>
              <a:gd name="connsiteX1259" fmla="*/ 3392406 w 4346425"/>
              <a:gd name="connsiteY1259" fmla="*/ 748257 h 6858000"/>
              <a:gd name="connsiteX1260" fmla="*/ 3466948 w 4346425"/>
              <a:gd name="connsiteY1260" fmla="*/ 677048 h 6858000"/>
              <a:gd name="connsiteX1261" fmla="*/ 3614822 w 4346425"/>
              <a:gd name="connsiteY1261" fmla="*/ 662754 h 6858000"/>
              <a:gd name="connsiteX1262" fmla="*/ 3609617 w 4346425"/>
              <a:gd name="connsiteY1262" fmla="*/ 667613 h 6858000"/>
              <a:gd name="connsiteX1263" fmla="*/ 3606373 w 4346425"/>
              <a:gd name="connsiteY1263" fmla="*/ 676372 h 6858000"/>
              <a:gd name="connsiteX1264" fmla="*/ 1645074 w 4346425"/>
              <a:gd name="connsiteY1264" fmla="*/ 482576 h 6858000"/>
              <a:gd name="connsiteX1265" fmla="*/ 1638332 w 4346425"/>
              <a:gd name="connsiteY1265" fmla="*/ 489298 h 6858000"/>
              <a:gd name="connsiteX1266" fmla="*/ 1639897 w 4346425"/>
              <a:gd name="connsiteY1266" fmla="*/ 490467 h 6858000"/>
              <a:gd name="connsiteX1267" fmla="*/ 1646638 w 4346425"/>
              <a:gd name="connsiteY1267" fmla="*/ 483744 h 6858000"/>
              <a:gd name="connsiteX1268" fmla="*/ 1465909 w 4346425"/>
              <a:gd name="connsiteY1268" fmla="*/ 473499 h 6858000"/>
              <a:gd name="connsiteX1269" fmla="*/ 1456376 w 4346425"/>
              <a:gd name="connsiteY1269" fmla="*/ 474552 h 6858000"/>
              <a:gd name="connsiteX1270" fmla="*/ 1460462 w 4346425"/>
              <a:gd name="connsiteY1270" fmla="*/ 484055 h 6858000"/>
              <a:gd name="connsiteX1271" fmla="*/ 1694731 w 4346425"/>
              <a:gd name="connsiteY1271" fmla="*/ 454286 h 6858000"/>
              <a:gd name="connsiteX1272" fmla="*/ 1683248 w 4346425"/>
              <a:gd name="connsiteY1272" fmla="*/ 467933 h 6858000"/>
              <a:gd name="connsiteX1273" fmla="*/ 1696295 w 4346425"/>
              <a:gd name="connsiteY1273" fmla="*/ 455454 h 6858000"/>
              <a:gd name="connsiteX1274" fmla="*/ 1630460 w 4346425"/>
              <a:gd name="connsiteY1274" fmla="*/ 447432 h 6858000"/>
              <a:gd name="connsiteX1275" fmla="*/ 1624057 w 4346425"/>
              <a:gd name="connsiteY1275" fmla="*/ 450823 h 6858000"/>
              <a:gd name="connsiteX1276" fmla="*/ 1622251 w 4346425"/>
              <a:gd name="connsiteY1276" fmla="*/ 455352 h 6858000"/>
              <a:gd name="connsiteX1277" fmla="*/ 1623567 w 4346425"/>
              <a:gd name="connsiteY1277" fmla="*/ 454677 h 6858000"/>
              <a:gd name="connsiteX1278" fmla="*/ 1714543 w 4346425"/>
              <a:gd name="connsiteY1278" fmla="*/ 391666 h 6858000"/>
              <a:gd name="connsiteX1279" fmla="*/ 1699692 w 4346425"/>
              <a:gd name="connsiteY1279" fmla="*/ 408674 h 6858000"/>
              <a:gd name="connsiteX1280" fmla="*/ 1720561 w 4346425"/>
              <a:gd name="connsiteY1280" fmla="*/ 402037 h 6858000"/>
              <a:gd name="connsiteX1281" fmla="*/ 1714543 w 4346425"/>
              <a:gd name="connsiteY1281" fmla="*/ 391666 h 6858000"/>
              <a:gd name="connsiteX1282" fmla="*/ 1789512 w 4346425"/>
              <a:gd name="connsiteY1282" fmla="*/ 349448 h 6858000"/>
              <a:gd name="connsiteX1283" fmla="*/ 1783024 w 4346425"/>
              <a:gd name="connsiteY1283" fmla="*/ 355730 h 6858000"/>
              <a:gd name="connsiteX1284" fmla="*/ 1784527 w 4346425"/>
              <a:gd name="connsiteY1284" fmla="*/ 355044 h 6858000"/>
              <a:gd name="connsiteX1285" fmla="*/ 1789512 w 4346425"/>
              <a:gd name="connsiteY1285" fmla="*/ 349448 h 6858000"/>
              <a:gd name="connsiteX1286" fmla="*/ 1876877 w 4346425"/>
              <a:gd name="connsiteY1286" fmla="*/ 313356 h 6858000"/>
              <a:gd name="connsiteX1287" fmla="*/ 1875980 w 4346425"/>
              <a:gd name="connsiteY1287" fmla="*/ 313740 h 6858000"/>
              <a:gd name="connsiteX1288" fmla="*/ 1870662 w 4346425"/>
              <a:gd name="connsiteY1288" fmla="*/ 319301 h 6858000"/>
              <a:gd name="connsiteX1289" fmla="*/ 2078102 w 4346425"/>
              <a:gd name="connsiteY1289" fmla="*/ 291862 h 6858000"/>
              <a:gd name="connsiteX1290" fmla="*/ 2035707 w 4346425"/>
              <a:gd name="connsiteY1290" fmla="*/ 321561 h 6858000"/>
              <a:gd name="connsiteX1291" fmla="*/ 2078102 w 4346425"/>
              <a:gd name="connsiteY1291" fmla="*/ 291862 h 6858000"/>
              <a:gd name="connsiteX1292" fmla="*/ 2054413 w 4346425"/>
              <a:gd name="connsiteY1292" fmla="*/ 289796 h 6858000"/>
              <a:gd name="connsiteX1293" fmla="*/ 2049845 w 4346425"/>
              <a:gd name="connsiteY1293" fmla="*/ 291689 h 6858000"/>
              <a:gd name="connsiteX1294" fmla="*/ 2028320 w 4346425"/>
              <a:gd name="connsiteY1294" fmla="*/ 314752 h 6858000"/>
              <a:gd name="connsiteX1295" fmla="*/ 1813459 w 4346425"/>
              <a:gd name="connsiteY1295" fmla="*/ 285900 h 6858000"/>
              <a:gd name="connsiteX1296" fmla="*/ 1810210 w 4346425"/>
              <a:gd name="connsiteY1296" fmla="*/ 288474 h 6858000"/>
              <a:gd name="connsiteX1297" fmla="*/ 1810194 w 4346425"/>
              <a:gd name="connsiteY1297" fmla="*/ 290471 h 6858000"/>
              <a:gd name="connsiteX1298" fmla="*/ 1919506 w 4346425"/>
              <a:gd name="connsiteY1298" fmla="*/ 275782 h 6858000"/>
              <a:gd name="connsiteX1299" fmla="*/ 1907927 w 4346425"/>
              <a:gd name="connsiteY1299" fmla="*/ 287063 h 6858000"/>
              <a:gd name="connsiteX1300" fmla="*/ 1911057 w 4346425"/>
              <a:gd name="connsiteY1300" fmla="*/ 289400 h 6858000"/>
              <a:gd name="connsiteX1301" fmla="*/ 1922568 w 4346425"/>
              <a:gd name="connsiteY1301" fmla="*/ 278785 h 6858000"/>
              <a:gd name="connsiteX1302" fmla="*/ 2019199 w 4346425"/>
              <a:gd name="connsiteY1302" fmla="*/ 258625 h 6858000"/>
              <a:gd name="connsiteX1303" fmla="*/ 2011358 w 4346425"/>
              <a:gd name="connsiteY1303" fmla="*/ 266244 h 6858000"/>
              <a:gd name="connsiteX1304" fmla="*/ 2012923 w 4346425"/>
              <a:gd name="connsiteY1304" fmla="*/ 267413 h 6858000"/>
              <a:gd name="connsiteX1305" fmla="*/ 2020764 w 4346425"/>
              <a:gd name="connsiteY1305" fmla="*/ 259792 h 6858000"/>
              <a:gd name="connsiteX1306" fmla="*/ 2206397 w 4346425"/>
              <a:gd name="connsiteY1306" fmla="*/ 241586 h 6858000"/>
              <a:gd name="connsiteX1307" fmla="*/ 2204718 w 4346425"/>
              <a:gd name="connsiteY1307" fmla="*/ 251514 h 6858000"/>
              <a:gd name="connsiteX1308" fmla="*/ 2215689 w 4346425"/>
              <a:gd name="connsiteY1308" fmla="*/ 246231 h 6858000"/>
              <a:gd name="connsiteX1309" fmla="*/ 2206397 w 4346425"/>
              <a:gd name="connsiteY1309" fmla="*/ 241586 h 6858000"/>
              <a:gd name="connsiteX1310" fmla="*/ 1873324 w 4346425"/>
              <a:gd name="connsiteY1310" fmla="*/ 240695 h 6858000"/>
              <a:gd name="connsiteX1311" fmla="*/ 1864862 w 4346425"/>
              <a:gd name="connsiteY1311" fmla="*/ 247017 h 6858000"/>
              <a:gd name="connsiteX1312" fmla="*/ 1810185 w 4346425"/>
              <a:gd name="connsiteY1312" fmla="*/ 291628 h 6858000"/>
              <a:gd name="connsiteX1313" fmla="*/ 1810194 w 4346425"/>
              <a:gd name="connsiteY1313" fmla="*/ 290471 h 6858000"/>
              <a:gd name="connsiteX1314" fmla="*/ 1807182 w 4346425"/>
              <a:gd name="connsiteY1314" fmla="*/ 294690 h 6858000"/>
              <a:gd name="connsiteX1315" fmla="*/ 1758982 w 4346425"/>
              <a:gd name="connsiteY1315" fmla="*/ 317741 h 6858000"/>
              <a:gd name="connsiteX1316" fmla="*/ 1720365 w 4346425"/>
              <a:gd name="connsiteY1316" fmla="*/ 350852 h 6858000"/>
              <a:gd name="connsiteX1317" fmla="*/ 1728091 w 4346425"/>
              <a:gd name="connsiteY1317" fmla="*/ 354329 h 6858000"/>
              <a:gd name="connsiteX1318" fmla="*/ 1708131 w 4346425"/>
              <a:gd name="connsiteY1318" fmla="*/ 378561 h 6858000"/>
              <a:gd name="connsiteX1319" fmla="*/ 1734137 w 4346425"/>
              <a:gd name="connsiteY1319" fmla="*/ 367733 h 6858000"/>
              <a:gd name="connsiteX1320" fmla="*/ 1720850 w 4346425"/>
              <a:gd name="connsiteY1320" fmla="*/ 385910 h 6858000"/>
              <a:gd name="connsiteX1321" fmla="*/ 1740057 w 4346425"/>
              <a:gd name="connsiteY1321" fmla="*/ 375739 h 6858000"/>
              <a:gd name="connsiteX1322" fmla="*/ 1744241 w 4346425"/>
              <a:gd name="connsiteY1322" fmla="*/ 387608 h 6858000"/>
              <a:gd name="connsiteX1323" fmla="*/ 1762365 w 4346425"/>
              <a:gd name="connsiteY1323" fmla="*/ 364873 h 6858000"/>
              <a:gd name="connsiteX1324" fmla="*/ 1773462 w 4346425"/>
              <a:gd name="connsiteY1324" fmla="*/ 364988 h 6858000"/>
              <a:gd name="connsiteX1325" fmla="*/ 1783024 w 4346425"/>
              <a:gd name="connsiteY1325" fmla="*/ 355730 h 6858000"/>
              <a:gd name="connsiteX1326" fmla="*/ 1778570 w 4346425"/>
              <a:gd name="connsiteY1326" fmla="*/ 357764 h 6858000"/>
              <a:gd name="connsiteX1327" fmla="*/ 1802830 w 4346425"/>
              <a:gd name="connsiteY1327" fmla="*/ 334304 h 6858000"/>
              <a:gd name="connsiteX1328" fmla="*/ 1796270 w 4346425"/>
              <a:gd name="connsiteY1328" fmla="*/ 329264 h 6858000"/>
              <a:gd name="connsiteX1329" fmla="*/ 1811953 w 4346425"/>
              <a:gd name="connsiteY1329" fmla="*/ 314024 h 6858000"/>
              <a:gd name="connsiteX1330" fmla="*/ 1801196 w 4346425"/>
              <a:gd name="connsiteY1330" fmla="*/ 310577 h 6858000"/>
              <a:gd name="connsiteX1331" fmla="*/ 1890329 w 4346425"/>
              <a:gd name="connsiteY1331" fmla="*/ 241520 h 6858000"/>
              <a:gd name="connsiteX1332" fmla="*/ 1873324 w 4346425"/>
              <a:gd name="connsiteY1332" fmla="*/ 240695 h 6858000"/>
              <a:gd name="connsiteX1333" fmla="*/ 1911584 w 4346425"/>
              <a:gd name="connsiteY1333" fmla="*/ 221122 h 6858000"/>
              <a:gd name="connsiteX1334" fmla="*/ 1898663 w 4346425"/>
              <a:gd name="connsiteY1334" fmla="*/ 238998 h 6858000"/>
              <a:gd name="connsiteX1335" fmla="*/ 1916210 w 4346425"/>
              <a:gd name="connsiteY1335" fmla="*/ 225293 h 6858000"/>
              <a:gd name="connsiteX1336" fmla="*/ 2172142 w 4346425"/>
              <a:gd name="connsiteY1336" fmla="*/ 217581 h 6858000"/>
              <a:gd name="connsiteX1337" fmla="*/ 2154470 w 4346425"/>
              <a:gd name="connsiteY1337" fmla="*/ 225887 h 6858000"/>
              <a:gd name="connsiteX1338" fmla="*/ 2152790 w 4346425"/>
              <a:gd name="connsiteY1338" fmla="*/ 235815 h 6858000"/>
              <a:gd name="connsiteX1339" fmla="*/ 1957949 w 4346425"/>
              <a:gd name="connsiteY1339" fmla="*/ 212022 h 6858000"/>
              <a:gd name="connsiteX1340" fmla="*/ 1953110 w 4346425"/>
              <a:gd name="connsiteY1340" fmla="*/ 216581 h 6858000"/>
              <a:gd name="connsiteX1341" fmla="*/ 1954308 w 4346425"/>
              <a:gd name="connsiteY1341" fmla="*/ 218048 h 6858000"/>
              <a:gd name="connsiteX1342" fmla="*/ 1959513 w 4346425"/>
              <a:gd name="connsiteY1342" fmla="*/ 213190 h 6858000"/>
              <a:gd name="connsiteX1343" fmla="*/ 1941096 w 4346425"/>
              <a:gd name="connsiteY1343" fmla="*/ 201933 h 6858000"/>
              <a:gd name="connsiteX1344" fmla="*/ 1936363 w 4346425"/>
              <a:gd name="connsiteY1344" fmla="*/ 205794 h 6858000"/>
              <a:gd name="connsiteX1345" fmla="*/ 1941114 w 4346425"/>
              <a:gd name="connsiteY1345" fmla="*/ 202872 h 6858000"/>
              <a:gd name="connsiteX1346" fmla="*/ 2051451 w 4346425"/>
              <a:gd name="connsiteY1346" fmla="*/ 189523 h 6858000"/>
              <a:gd name="connsiteX1347" fmla="*/ 2048081 w 4346425"/>
              <a:gd name="connsiteY1347" fmla="*/ 192884 h 6858000"/>
              <a:gd name="connsiteX1348" fmla="*/ 2044440 w 4346425"/>
              <a:gd name="connsiteY1348" fmla="*/ 198911 h 6858000"/>
              <a:gd name="connsiteX1349" fmla="*/ 1950482 w 4346425"/>
              <a:gd name="connsiteY1349" fmla="*/ 189385 h 6858000"/>
              <a:gd name="connsiteX1350" fmla="*/ 1942113 w 4346425"/>
              <a:gd name="connsiteY1350" fmla="*/ 192508 h 6858000"/>
              <a:gd name="connsiteX1351" fmla="*/ 1941010 w 4346425"/>
              <a:gd name="connsiteY1351" fmla="*/ 197724 h 6858000"/>
              <a:gd name="connsiteX1352" fmla="*/ 1941096 w 4346425"/>
              <a:gd name="connsiteY1352" fmla="*/ 201933 h 6858000"/>
              <a:gd name="connsiteX1353" fmla="*/ 1953612 w 4346425"/>
              <a:gd name="connsiteY1353" fmla="*/ 191722 h 6858000"/>
              <a:gd name="connsiteX1354" fmla="*/ 1982467 w 4346425"/>
              <a:gd name="connsiteY1354" fmla="*/ 169402 h 6858000"/>
              <a:gd name="connsiteX1355" fmla="*/ 1972935 w 4346425"/>
              <a:gd name="connsiteY1355" fmla="*/ 170454 h 6858000"/>
              <a:gd name="connsiteX1356" fmla="*/ 1969420 w 4346425"/>
              <a:gd name="connsiteY1356" fmla="*/ 181880 h 6858000"/>
              <a:gd name="connsiteX1357" fmla="*/ 2006098 w 4346425"/>
              <a:gd name="connsiteY1357" fmla="*/ 165401 h 6858000"/>
              <a:gd name="connsiteX1358" fmla="*/ 1976972 w 4346425"/>
              <a:gd name="connsiteY1358" fmla="*/ 190386 h 6858000"/>
              <a:gd name="connsiteX1359" fmla="*/ 2006098 w 4346425"/>
              <a:gd name="connsiteY1359" fmla="*/ 165401 h 6858000"/>
              <a:gd name="connsiteX1360" fmla="*/ 2007246 w 4346425"/>
              <a:gd name="connsiteY1360" fmla="*/ 154074 h 6858000"/>
              <a:gd name="connsiteX1361" fmla="*/ 1992384 w 4346425"/>
              <a:gd name="connsiteY1361" fmla="*/ 154586 h 6858000"/>
              <a:gd name="connsiteX1362" fmla="*/ 1985836 w 4346425"/>
              <a:gd name="connsiteY1362" fmla="*/ 166040 h 6858000"/>
              <a:gd name="connsiteX1363" fmla="*/ 2007246 w 4346425"/>
              <a:gd name="connsiteY1363" fmla="*/ 154074 h 6858000"/>
              <a:gd name="connsiteX1364" fmla="*/ 2247273 w 4346425"/>
              <a:gd name="connsiteY1364" fmla="*/ 153836 h 6858000"/>
              <a:gd name="connsiteX1365" fmla="*/ 2189202 w 4346425"/>
              <a:gd name="connsiteY1365" fmla="*/ 196230 h 6858000"/>
              <a:gd name="connsiteX1366" fmla="*/ 2175812 w 4346425"/>
              <a:gd name="connsiteY1366" fmla="*/ 214586 h 6858000"/>
              <a:gd name="connsiteX1367" fmla="*/ 2247273 w 4346425"/>
              <a:gd name="connsiteY1367" fmla="*/ 153836 h 6858000"/>
              <a:gd name="connsiteX1368" fmla="*/ 2049119 w 4346425"/>
              <a:gd name="connsiteY1368" fmla="*/ 116242 h 6858000"/>
              <a:gd name="connsiteX1369" fmla="*/ 2045720 w 4346425"/>
              <a:gd name="connsiteY1369" fmla="*/ 116570 h 6858000"/>
              <a:gd name="connsiteX1370" fmla="*/ 2021491 w 4346425"/>
              <a:gd name="connsiteY1370" fmla="*/ 143063 h 6858000"/>
              <a:gd name="connsiteX1371" fmla="*/ 3913847 w 4346425"/>
              <a:gd name="connsiteY1371" fmla="*/ 67315 h 6858000"/>
              <a:gd name="connsiteX1372" fmla="*/ 3881362 w 4346425"/>
              <a:gd name="connsiteY1372" fmla="*/ 112156 h 6858000"/>
              <a:gd name="connsiteX1373" fmla="*/ 3913847 w 4346425"/>
              <a:gd name="connsiteY1373" fmla="*/ 67315 h 6858000"/>
              <a:gd name="connsiteX1374" fmla="*/ 2343350 w 4346425"/>
              <a:gd name="connsiteY1374" fmla="*/ 52832 h 6858000"/>
              <a:gd name="connsiteX1375" fmla="*/ 2327174 w 4346425"/>
              <a:gd name="connsiteY1375" fmla="*/ 62973 h 6858000"/>
              <a:gd name="connsiteX1376" fmla="*/ 2325126 w 4346425"/>
              <a:gd name="connsiteY1376" fmla="*/ 73202 h 6858000"/>
              <a:gd name="connsiteX1377" fmla="*/ 3928699 w 4346425"/>
              <a:gd name="connsiteY1377" fmla="*/ 50307 h 6858000"/>
              <a:gd name="connsiteX1378" fmla="*/ 3923495 w 4346425"/>
              <a:gd name="connsiteY1378" fmla="*/ 55166 h 6858000"/>
              <a:gd name="connsiteX1379" fmla="*/ 3923890 w 4346425"/>
              <a:gd name="connsiteY1379" fmla="*/ 57899 h 6858000"/>
              <a:gd name="connsiteX1380" fmla="*/ 2148972 w 4346425"/>
              <a:gd name="connsiteY1380" fmla="*/ 31106 h 6858000"/>
              <a:gd name="connsiteX1381" fmla="*/ 2135926 w 4346425"/>
              <a:gd name="connsiteY1381" fmla="*/ 43584 h 6858000"/>
              <a:gd name="connsiteX1382" fmla="*/ 2139054 w 4346425"/>
              <a:gd name="connsiteY1382" fmla="*/ 45921 h 6858000"/>
              <a:gd name="connsiteX1383" fmla="*/ 2152101 w 4346425"/>
              <a:gd name="connsiteY1383" fmla="*/ 33443 h 6858000"/>
              <a:gd name="connsiteX1384" fmla="*/ 3952734 w 4346425"/>
              <a:gd name="connsiteY1384" fmla="*/ 19083 h 6858000"/>
              <a:gd name="connsiteX1385" fmla="*/ 3949365 w 4346425"/>
              <a:gd name="connsiteY1385" fmla="*/ 22444 h 6858000"/>
              <a:gd name="connsiteX1386" fmla="*/ 3942209 w 4346425"/>
              <a:gd name="connsiteY1386" fmla="*/ 39896 h 6858000"/>
              <a:gd name="connsiteX1387" fmla="*/ 2298381 w 4346425"/>
              <a:gd name="connsiteY1387" fmla="*/ 14949 h 6858000"/>
              <a:gd name="connsiteX1388" fmla="*/ 2280496 w 4346425"/>
              <a:gd name="connsiteY1388" fmla="*/ 31985 h 6858000"/>
              <a:gd name="connsiteX1389" fmla="*/ 2282061 w 4346425"/>
              <a:gd name="connsiteY1389" fmla="*/ 33154 h 6858000"/>
              <a:gd name="connsiteX1390" fmla="*/ 2299945 w 4346425"/>
              <a:gd name="connsiteY1390" fmla="*/ 16117 h 6858000"/>
              <a:gd name="connsiteX1391" fmla="*/ 4006140 w 4346425"/>
              <a:gd name="connsiteY1391" fmla="*/ 3627 h 6858000"/>
              <a:gd name="connsiteX1392" fmla="*/ 4002373 w 4346425"/>
              <a:gd name="connsiteY1392" fmla="*/ 4256 h 6858000"/>
              <a:gd name="connsiteX1393" fmla="*/ 3996335 w 4346425"/>
              <a:gd name="connsiteY1393" fmla="*/ 9029 h 6858000"/>
              <a:gd name="connsiteX1394" fmla="*/ 3994194 w 4346425"/>
              <a:gd name="connsiteY1394" fmla="*/ 15208 h 6858000"/>
              <a:gd name="connsiteX1395" fmla="*/ 2268393 w 4346425"/>
              <a:gd name="connsiteY1395" fmla="*/ 0 h 6858000"/>
              <a:gd name="connsiteX1396" fmla="*/ 2262475 w 4346425"/>
              <a:gd name="connsiteY1396" fmla="*/ 0 h 6858000"/>
              <a:gd name="connsiteX1397" fmla="*/ 2252103 w 4346425"/>
              <a:gd name="connsiteY1397" fmla="*/ 9920 h 6858000"/>
              <a:gd name="connsiteX1398" fmla="*/ 2255531 w 4346425"/>
              <a:gd name="connsiteY1398" fmla="*/ 12624 h 6858000"/>
              <a:gd name="connsiteX1399" fmla="*/ 2268577 w 4346425"/>
              <a:gd name="connsiteY1399" fmla="*/ 145 h 6858000"/>
              <a:gd name="connsiteX1400" fmla="*/ 2308333 w 4346425"/>
              <a:gd name="connsiteY1400" fmla="*/ 0 h 6858000"/>
              <a:gd name="connsiteX1401" fmla="*/ 2299797 w 4346425"/>
              <a:gd name="connsiteY1401" fmla="*/ 0 h 6858000"/>
              <a:gd name="connsiteX1402" fmla="*/ 2275803 w 4346425"/>
              <a:gd name="connsiteY1402" fmla="*/ 28481 h 6858000"/>
              <a:gd name="connsiteX1403" fmla="*/ 2319721 w 4346425"/>
              <a:gd name="connsiteY1403" fmla="*/ 0 h 6858000"/>
              <a:gd name="connsiteX1404" fmla="*/ 2316279 w 4346425"/>
              <a:gd name="connsiteY1404" fmla="*/ 0 h 6858000"/>
              <a:gd name="connsiteX1405" fmla="*/ 2306319 w 4346425"/>
              <a:gd name="connsiteY1405" fmla="*/ 9694 h 6858000"/>
              <a:gd name="connsiteX1406" fmla="*/ 2308183 w 4346425"/>
              <a:gd name="connsiteY1406" fmla="*/ 11230 h 6858000"/>
              <a:gd name="connsiteX1407" fmla="*/ 2428649 w 4346425"/>
              <a:gd name="connsiteY1407" fmla="*/ 0 h 6858000"/>
              <a:gd name="connsiteX1408" fmla="*/ 2420514 w 4346425"/>
              <a:gd name="connsiteY1408" fmla="*/ 0 h 6858000"/>
              <a:gd name="connsiteX1409" fmla="*/ 2390946 w 4346425"/>
              <a:gd name="connsiteY1409" fmla="*/ 26184 h 6858000"/>
              <a:gd name="connsiteX1410" fmla="*/ 2312477 w 4346425"/>
              <a:gd name="connsiteY1410" fmla="*/ 88412 h 6858000"/>
              <a:gd name="connsiteX1411" fmla="*/ 2305592 w 4346425"/>
              <a:gd name="connsiteY1411" fmla="*/ 103198 h 6858000"/>
              <a:gd name="connsiteX1412" fmla="*/ 2384966 w 4346425"/>
              <a:gd name="connsiteY1412" fmla="*/ 37443 h 6858000"/>
              <a:gd name="connsiteX1413" fmla="*/ 2935482 w 4346425"/>
              <a:gd name="connsiteY1413" fmla="*/ 0 h 6858000"/>
              <a:gd name="connsiteX1414" fmla="*/ 2935160 w 4346425"/>
              <a:gd name="connsiteY1414" fmla="*/ 0 h 6858000"/>
              <a:gd name="connsiteX1415" fmla="*/ 2926831 w 4346425"/>
              <a:gd name="connsiteY1415" fmla="*/ 8312 h 6858000"/>
              <a:gd name="connsiteX1416" fmla="*/ 3935733 w 4346425"/>
              <a:gd name="connsiteY1416" fmla="*/ 0 h 6858000"/>
              <a:gd name="connsiteX1417" fmla="*/ 3933498 w 4346425"/>
              <a:gd name="connsiteY1417" fmla="*/ 0 h 6858000"/>
              <a:gd name="connsiteX1418" fmla="*/ 3928996 w 4346425"/>
              <a:gd name="connsiteY1418" fmla="*/ 4221 h 6858000"/>
              <a:gd name="connsiteX1419" fmla="*/ 3914955 w 4346425"/>
              <a:gd name="connsiteY1419" fmla="*/ 778 h 6858000"/>
              <a:gd name="connsiteX1420" fmla="*/ 3915110 w 4346425"/>
              <a:gd name="connsiteY1420" fmla="*/ 0 h 6858000"/>
              <a:gd name="connsiteX1421" fmla="*/ 3782304 w 4346425"/>
              <a:gd name="connsiteY1421" fmla="*/ 0 h 6858000"/>
              <a:gd name="connsiteX1422" fmla="*/ 3764057 w 4346425"/>
              <a:gd name="connsiteY1422" fmla="*/ 20822 h 6858000"/>
              <a:gd name="connsiteX1423" fmla="*/ 3747630 w 4346425"/>
              <a:gd name="connsiteY1423" fmla="*/ 20168 h 6858000"/>
              <a:gd name="connsiteX1424" fmla="*/ 3759761 w 4346425"/>
              <a:gd name="connsiteY1424" fmla="*/ 0 h 6858000"/>
              <a:gd name="connsiteX1425" fmla="*/ 3721782 w 4346425"/>
              <a:gd name="connsiteY1425" fmla="*/ 0 h 6858000"/>
              <a:gd name="connsiteX1426" fmla="*/ 3706982 w 4346425"/>
              <a:gd name="connsiteY1426" fmla="*/ 16046 h 6858000"/>
              <a:gd name="connsiteX1427" fmla="*/ 3683640 w 4346425"/>
              <a:gd name="connsiteY1427" fmla="*/ 27144 h 6858000"/>
              <a:gd name="connsiteX1428" fmla="*/ 3697052 w 4346425"/>
              <a:gd name="connsiteY1428" fmla="*/ 14367 h 6858000"/>
              <a:gd name="connsiteX1429" fmla="*/ 3690794 w 4346425"/>
              <a:gd name="connsiteY1429" fmla="*/ 9693 h 6858000"/>
              <a:gd name="connsiteX1430" fmla="*/ 3699207 w 4346425"/>
              <a:gd name="connsiteY1430" fmla="*/ 0 h 6858000"/>
              <a:gd name="connsiteX1431" fmla="*/ 3599431 w 4346425"/>
              <a:gd name="connsiteY1431" fmla="*/ 0 h 6858000"/>
              <a:gd name="connsiteX1432" fmla="*/ 3581791 w 4346425"/>
              <a:gd name="connsiteY1432" fmla="*/ 12442 h 6858000"/>
              <a:gd name="connsiteX1433" fmla="*/ 3586989 w 4346425"/>
              <a:gd name="connsiteY1433" fmla="*/ 0 h 6858000"/>
              <a:gd name="connsiteX1434" fmla="*/ 3568251 w 4346425"/>
              <a:gd name="connsiteY1434" fmla="*/ 0 h 6858000"/>
              <a:gd name="connsiteX1435" fmla="*/ 3540644 w 4346425"/>
              <a:gd name="connsiteY1435" fmla="*/ 27189 h 6858000"/>
              <a:gd name="connsiteX1436" fmla="*/ 3279915 w 4346425"/>
              <a:gd name="connsiteY1436" fmla="*/ 280746 h 6858000"/>
              <a:gd name="connsiteX1437" fmla="*/ 3260118 w 4346425"/>
              <a:gd name="connsiteY1437" fmla="*/ 283451 h 6858000"/>
              <a:gd name="connsiteX1438" fmla="*/ 3397197 w 4346425"/>
              <a:gd name="connsiteY1438" fmla="*/ 146548 h 6858000"/>
              <a:gd name="connsiteX1439" fmla="*/ 3464802 w 4346425"/>
              <a:gd name="connsiteY1439" fmla="*/ 60751 h 6858000"/>
              <a:gd name="connsiteX1440" fmla="*/ 3521487 w 4346425"/>
              <a:gd name="connsiteY1440" fmla="*/ 0 h 6858000"/>
              <a:gd name="connsiteX1441" fmla="*/ 3437495 w 4346425"/>
              <a:gd name="connsiteY1441" fmla="*/ 0 h 6858000"/>
              <a:gd name="connsiteX1442" fmla="*/ 3416113 w 4346425"/>
              <a:gd name="connsiteY1442" fmla="*/ 21911 h 6858000"/>
              <a:gd name="connsiteX1443" fmla="*/ 3283664 w 4346425"/>
              <a:gd name="connsiteY1443" fmla="*/ 147492 h 6858000"/>
              <a:gd name="connsiteX1444" fmla="*/ 3416653 w 4346425"/>
              <a:gd name="connsiteY1444" fmla="*/ 0 h 6858000"/>
              <a:gd name="connsiteX1445" fmla="*/ 3358648 w 4346425"/>
              <a:gd name="connsiteY1445" fmla="*/ 0 h 6858000"/>
              <a:gd name="connsiteX1446" fmla="*/ 3352993 w 4346425"/>
              <a:gd name="connsiteY1446" fmla="*/ 5992 h 6858000"/>
              <a:gd name="connsiteX1447" fmla="*/ 3307067 w 4346425"/>
              <a:gd name="connsiteY1447" fmla="*/ 42823 h 6858000"/>
              <a:gd name="connsiteX1448" fmla="*/ 3347468 w 4346425"/>
              <a:gd name="connsiteY1448" fmla="*/ 0 h 6858000"/>
              <a:gd name="connsiteX1449" fmla="*/ 3268966 w 4346425"/>
              <a:gd name="connsiteY1449" fmla="*/ 0 h 6858000"/>
              <a:gd name="connsiteX1450" fmla="*/ 3246440 w 4346425"/>
              <a:gd name="connsiteY1450" fmla="*/ 21613 h 6858000"/>
              <a:gd name="connsiteX1451" fmla="*/ 3067812 w 4346425"/>
              <a:gd name="connsiteY1451" fmla="*/ 184851 h 6858000"/>
              <a:gd name="connsiteX1452" fmla="*/ 3250414 w 4346425"/>
              <a:gd name="connsiteY1452" fmla="*/ 0 h 6858000"/>
              <a:gd name="connsiteX1453" fmla="*/ 3185632 w 4346425"/>
              <a:gd name="connsiteY1453" fmla="*/ 0 h 6858000"/>
              <a:gd name="connsiteX1454" fmla="*/ 3044207 w 4346425"/>
              <a:gd name="connsiteY1454" fmla="*/ 135574 h 6858000"/>
              <a:gd name="connsiteX1455" fmla="*/ 2826288 w 4346425"/>
              <a:gd name="connsiteY1455" fmla="*/ 329342 h 6858000"/>
              <a:gd name="connsiteX1456" fmla="*/ 3163356 w 4346425"/>
              <a:gd name="connsiteY1456" fmla="*/ 0 h 6858000"/>
              <a:gd name="connsiteX1457" fmla="*/ 3092287 w 4346425"/>
              <a:gd name="connsiteY1457" fmla="*/ 0 h 6858000"/>
              <a:gd name="connsiteX1458" fmla="*/ 3083395 w 4346425"/>
              <a:gd name="connsiteY1458" fmla="*/ 8323 h 6858000"/>
              <a:gd name="connsiteX1459" fmla="*/ 2980060 w 4346425"/>
              <a:gd name="connsiteY1459" fmla="*/ 120750 h 6858000"/>
              <a:gd name="connsiteX1460" fmla="*/ 2961827 w 4346425"/>
              <a:gd name="connsiteY1460" fmla="*/ 124624 h 6858000"/>
              <a:gd name="connsiteX1461" fmla="*/ 2882495 w 4346425"/>
              <a:gd name="connsiteY1461" fmla="*/ 189961 h 6858000"/>
              <a:gd name="connsiteX1462" fmla="*/ 3076399 w 4346425"/>
              <a:gd name="connsiteY1462" fmla="*/ 0 h 6858000"/>
              <a:gd name="connsiteX1463" fmla="*/ 2952519 w 4346425"/>
              <a:gd name="connsiteY1463" fmla="*/ 0 h 6858000"/>
              <a:gd name="connsiteX1464" fmla="*/ 2945881 w 4346425"/>
              <a:gd name="connsiteY1464" fmla="*/ 5615 h 6858000"/>
              <a:gd name="connsiteX1465" fmla="*/ 2915689 w 4346425"/>
              <a:gd name="connsiteY1465" fmla="*/ 41852 h 6858000"/>
              <a:gd name="connsiteX1466" fmla="*/ 2869413 w 4346425"/>
              <a:gd name="connsiteY1466" fmla="*/ 83276 h 6858000"/>
              <a:gd name="connsiteX1467" fmla="*/ 2757440 w 4346425"/>
              <a:gd name="connsiteY1467" fmla="*/ 185026 h 6858000"/>
              <a:gd name="connsiteX1468" fmla="*/ 2639480 w 4346425"/>
              <a:gd name="connsiteY1468" fmla="*/ 279434 h 6858000"/>
              <a:gd name="connsiteX1469" fmla="*/ 2645739 w 4346425"/>
              <a:gd name="connsiteY1469" fmla="*/ 284108 h 6858000"/>
              <a:gd name="connsiteX1470" fmla="*/ 2591910 w 4346425"/>
              <a:gd name="connsiteY1470" fmla="*/ 317024 h 6858000"/>
              <a:gd name="connsiteX1471" fmla="*/ 2900110 w 4346425"/>
              <a:gd name="connsiteY1471" fmla="*/ 29502 h 6858000"/>
              <a:gd name="connsiteX1472" fmla="*/ 2896980 w 4346425"/>
              <a:gd name="connsiteY1472" fmla="*/ 27165 h 6858000"/>
              <a:gd name="connsiteX1473" fmla="*/ 2788680 w 4346425"/>
              <a:gd name="connsiteY1473" fmla="*/ 125919 h 6858000"/>
              <a:gd name="connsiteX1474" fmla="*/ 2855394 w 4346425"/>
              <a:gd name="connsiteY1474" fmla="*/ 57199 h 6858000"/>
              <a:gd name="connsiteX1475" fmla="*/ 2907145 w 4346425"/>
              <a:gd name="connsiteY1475" fmla="*/ 0 h 6858000"/>
              <a:gd name="connsiteX1476" fmla="*/ 2905395 w 4346425"/>
              <a:gd name="connsiteY1476" fmla="*/ 0 h 6858000"/>
              <a:gd name="connsiteX1477" fmla="*/ 2754409 w 4346425"/>
              <a:gd name="connsiteY1477" fmla="*/ 138981 h 6858000"/>
              <a:gd name="connsiteX1478" fmla="*/ 2588083 w 4346425"/>
              <a:gd name="connsiteY1478" fmla="*/ 288361 h 6858000"/>
              <a:gd name="connsiteX1479" fmla="*/ 2580416 w 4346425"/>
              <a:gd name="connsiteY1479" fmla="*/ 290950 h 6858000"/>
              <a:gd name="connsiteX1480" fmla="*/ 2866615 w 4346425"/>
              <a:gd name="connsiteY1480" fmla="*/ 21225 h 6858000"/>
              <a:gd name="connsiteX1481" fmla="*/ 2888326 w 4346425"/>
              <a:gd name="connsiteY1481" fmla="*/ 0 h 6858000"/>
              <a:gd name="connsiteX1482" fmla="*/ 2722196 w 4346425"/>
              <a:gd name="connsiteY1482" fmla="*/ 0 h 6858000"/>
              <a:gd name="connsiteX1483" fmla="*/ 2618622 w 4346425"/>
              <a:gd name="connsiteY1483" fmla="*/ 92984 h 6858000"/>
              <a:gd name="connsiteX1484" fmla="*/ 2261281 w 4346425"/>
              <a:gd name="connsiteY1484" fmla="*/ 387516 h 6858000"/>
              <a:gd name="connsiteX1485" fmla="*/ 2687921 w 4346425"/>
              <a:gd name="connsiteY1485" fmla="*/ 0 h 6858000"/>
              <a:gd name="connsiteX1486" fmla="*/ 2583993 w 4346425"/>
              <a:gd name="connsiteY1486" fmla="*/ 0 h 6858000"/>
              <a:gd name="connsiteX1487" fmla="*/ 2537186 w 4346425"/>
              <a:gd name="connsiteY1487" fmla="*/ 41237 h 6858000"/>
              <a:gd name="connsiteX1488" fmla="*/ 2387781 w 4346425"/>
              <a:gd name="connsiteY1488" fmla="*/ 165724 h 6858000"/>
              <a:gd name="connsiteX1489" fmla="*/ 2569007 w 4346425"/>
              <a:gd name="connsiteY1489" fmla="*/ 0 h 6858000"/>
              <a:gd name="connsiteX1490" fmla="*/ 2517679 w 4346425"/>
              <a:gd name="connsiteY1490" fmla="*/ 0 h 6858000"/>
              <a:gd name="connsiteX1491" fmla="*/ 2515065 w 4346425"/>
              <a:gd name="connsiteY1491" fmla="*/ 2582 h 6858000"/>
              <a:gd name="connsiteX1492" fmla="*/ 2446877 w 4346425"/>
              <a:gd name="connsiteY1492" fmla="*/ 57605 h 6858000"/>
              <a:gd name="connsiteX1493" fmla="*/ 2445313 w 4346425"/>
              <a:gd name="connsiteY1493" fmla="*/ 56437 h 6858000"/>
              <a:gd name="connsiteX1494" fmla="*/ 2443363 w 4346425"/>
              <a:gd name="connsiteY1494" fmla="*/ 69031 h 6858000"/>
              <a:gd name="connsiteX1495" fmla="*/ 2437202 w 4346425"/>
              <a:gd name="connsiteY1495" fmla="*/ 66723 h 6858000"/>
              <a:gd name="connsiteX1496" fmla="*/ 2272502 w 4346425"/>
              <a:gd name="connsiteY1496" fmla="*/ 200489 h 6858000"/>
              <a:gd name="connsiteX1497" fmla="*/ 2234114 w 4346425"/>
              <a:gd name="connsiteY1497" fmla="*/ 223863 h 6858000"/>
              <a:gd name="connsiteX1498" fmla="*/ 2222025 w 4346425"/>
              <a:gd name="connsiteY1498" fmla="*/ 243507 h 6858000"/>
              <a:gd name="connsiteX1499" fmla="*/ 1970382 w 4346425"/>
              <a:gd name="connsiteY1499" fmla="*/ 428038 h 6858000"/>
              <a:gd name="connsiteX1500" fmla="*/ 1985505 w 4346425"/>
              <a:gd name="connsiteY1500" fmla="*/ 408365 h 6858000"/>
              <a:gd name="connsiteX1501" fmla="*/ 2407435 w 4346425"/>
              <a:gd name="connsiteY1501" fmla="*/ 60675 h 6858000"/>
              <a:gd name="connsiteX1502" fmla="*/ 2475918 w 4346425"/>
              <a:gd name="connsiteY1502" fmla="*/ 0 h 6858000"/>
              <a:gd name="connsiteX1503" fmla="*/ 2432496 w 4346425"/>
              <a:gd name="connsiteY1503" fmla="*/ 0 h 6858000"/>
              <a:gd name="connsiteX1504" fmla="*/ 2353434 w 4346425"/>
              <a:gd name="connsiteY1504" fmla="*/ 75891 h 6858000"/>
              <a:gd name="connsiteX1505" fmla="*/ 1985088 w 4346425"/>
              <a:gd name="connsiteY1505" fmla="*/ 372642 h 6858000"/>
              <a:gd name="connsiteX1506" fmla="*/ 2027230 w 4346425"/>
              <a:gd name="connsiteY1506" fmla="*/ 332146 h 6858000"/>
              <a:gd name="connsiteX1507" fmla="*/ 1983781 w 4346425"/>
              <a:gd name="connsiteY1507" fmla="*/ 352313 h 6858000"/>
              <a:gd name="connsiteX1508" fmla="*/ 1986767 w 4346425"/>
              <a:gd name="connsiteY1508" fmla="*/ 362713 h 6858000"/>
              <a:gd name="connsiteX1509" fmla="*/ 1961330 w 4346425"/>
              <a:gd name="connsiteY1509" fmla="*/ 371243 h 6858000"/>
              <a:gd name="connsiteX1510" fmla="*/ 1880193 w 4346425"/>
              <a:gd name="connsiteY1510" fmla="*/ 441111 h 6858000"/>
              <a:gd name="connsiteX1511" fmla="*/ 1786268 w 4346425"/>
              <a:gd name="connsiteY1511" fmla="*/ 504295 h 6858000"/>
              <a:gd name="connsiteX1512" fmla="*/ 1795462 w 4346425"/>
              <a:gd name="connsiteY1512" fmla="*/ 506573 h 6858000"/>
              <a:gd name="connsiteX1513" fmla="*/ 1771657 w 4346425"/>
              <a:gd name="connsiteY1513" fmla="*/ 515606 h 6858000"/>
              <a:gd name="connsiteX1514" fmla="*/ 1767804 w 4346425"/>
              <a:gd name="connsiteY1514" fmla="*/ 530361 h 6858000"/>
              <a:gd name="connsiteX1515" fmla="*/ 1686848 w 4346425"/>
              <a:gd name="connsiteY1515" fmla="*/ 565240 h 6858000"/>
              <a:gd name="connsiteX1516" fmla="*/ 1716641 w 4346425"/>
              <a:gd name="connsiteY1516" fmla="*/ 563549 h 6858000"/>
              <a:gd name="connsiteX1517" fmla="*/ 1687689 w 4346425"/>
              <a:gd name="connsiteY1517" fmla="*/ 583502 h 6858000"/>
              <a:gd name="connsiteX1518" fmla="*/ 1686732 w 4346425"/>
              <a:gd name="connsiteY1518" fmla="*/ 576337 h 6858000"/>
              <a:gd name="connsiteX1519" fmla="*/ 1674642 w 4346425"/>
              <a:gd name="connsiteY1519" fmla="*/ 595981 h 6858000"/>
              <a:gd name="connsiteX1520" fmla="*/ 1654112 w 4346425"/>
              <a:gd name="connsiteY1520" fmla="*/ 599286 h 6858000"/>
              <a:gd name="connsiteX1521" fmla="*/ 1635985 w 4346425"/>
              <a:gd name="connsiteY1521" fmla="*/ 622020 h 6858000"/>
              <a:gd name="connsiteX1522" fmla="*/ 1568250 w 4346425"/>
              <a:gd name="connsiteY1522" fmla="*/ 662615 h 6858000"/>
              <a:gd name="connsiteX1523" fmla="*/ 1522167 w 4346425"/>
              <a:gd name="connsiteY1523" fmla="*/ 685544 h 6858000"/>
              <a:gd name="connsiteX1524" fmla="*/ 1251122 w 4346425"/>
              <a:gd name="connsiteY1524" fmla="*/ 875514 h 6858000"/>
              <a:gd name="connsiteX1525" fmla="*/ 1246796 w 4346425"/>
              <a:gd name="connsiteY1525" fmla="*/ 871710 h 6858000"/>
              <a:gd name="connsiteX1526" fmla="*/ 2155742 w 4346425"/>
              <a:gd name="connsiteY1526" fmla="*/ 185117 h 6858000"/>
              <a:gd name="connsiteX1527" fmla="*/ 2372831 w 4346425"/>
              <a:gd name="connsiteY1527" fmla="*/ 0 h 6858000"/>
              <a:gd name="connsiteX1528" fmla="*/ 2349236 w 4346425"/>
              <a:gd name="connsiteY1528" fmla="*/ 0 h 6858000"/>
              <a:gd name="connsiteX1529" fmla="*/ 2297533 w 4346425"/>
              <a:gd name="connsiteY1529" fmla="*/ 49870 h 6858000"/>
              <a:gd name="connsiteX1530" fmla="*/ 2155334 w 4346425"/>
              <a:gd name="connsiteY1530" fmla="*/ 154276 h 6858000"/>
              <a:gd name="connsiteX1531" fmla="*/ 2155305 w 4346425"/>
              <a:gd name="connsiteY1531" fmla="*/ 151243 h 6858000"/>
              <a:gd name="connsiteX1532" fmla="*/ 2093347 w 4346425"/>
              <a:gd name="connsiteY1532" fmla="*/ 207908 h 6858000"/>
              <a:gd name="connsiteX1533" fmla="*/ 2085890 w 4346425"/>
              <a:gd name="connsiteY1533" fmla="*/ 201766 h 6858000"/>
              <a:gd name="connsiteX1534" fmla="*/ 2054748 w 4346425"/>
              <a:gd name="connsiteY1534" fmla="*/ 240011 h 6858000"/>
              <a:gd name="connsiteX1535" fmla="*/ 2040137 w 4346425"/>
              <a:gd name="connsiteY1535" fmla="*/ 251321 h 6858000"/>
              <a:gd name="connsiteX1536" fmla="*/ 1797833 w 4346425"/>
              <a:gd name="connsiteY1536" fmla="*/ 430068 h 6858000"/>
              <a:gd name="connsiteX1537" fmla="*/ 1613461 w 4346425"/>
              <a:gd name="connsiteY1537" fmla="*/ 571938 h 6858000"/>
              <a:gd name="connsiteX1538" fmla="*/ 1415954 w 4346425"/>
              <a:gd name="connsiteY1538" fmla="*/ 693963 h 6858000"/>
              <a:gd name="connsiteX1539" fmla="*/ 1932353 w 4346425"/>
              <a:gd name="connsiteY1539" fmla="*/ 311754 h 6858000"/>
              <a:gd name="connsiteX1540" fmla="*/ 1972816 w 4346425"/>
              <a:gd name="connsiteY1540" fmla="*/ 281187 h 6858000"/>
              <a:gd name="connsiteX1541" fmla="*/ 1994283 w 4346425"/>
              <a:gd name="connsiteY1541" fmla="*/ 252059 h 6858000"/>
              <a:gd name="connsiteX1542" fmla="*/ 2179610 w 4346425"/>
              <a:gd name="connsiteY1542" fmla="*/ 117353 h 6858000"/>
              <a:gd name="connsiteX1543" fmla="*/ 2187036 w 4346425"/>
              <a:gd name="connsiteY1543" fmla="*/ 97236 h 6858000"/>
              <a:gd name="connsiteX1544" fmla="*/ 2196327 w 4346425"/>
              <a:gd name="connsiteY1544" fmla="*/ 101882 h 6858000"/>
              <a:gd name="connsiteX1545" fmla="*/ 2219416 w 4346425"/>
              <a:gd name="connsiteY1545" fmla="*/ 79987 h 6858000"/>
              <a:gd name="connsiteX1546" fmla="*/ 2190338 w 4346425"/>
              <a:gd name="connsiteY1546" fmla="*/ 94541 h 6858000"/>
              <a:gd name="connsiteX1547" fmla="*/ 2261589 w 4346425"/>
              <a:gd name="connsiteY1547" fmla="*/ 42523 h 6858000"/>
              <a:gd name="connsiteX1548" fmla="*/ 2229122 w 4346425"/>
              <a:gd name="connsiteY1548" fmla="*/ 73901 h 6858000"/>
              <a:gd name="connsiteX1549" fmla="*/ 2274760 w 4346425"/>
              <a:gd name="connsiteY1549" fmla="*/ 35443 h 6858000"/>
              <a:gd name="connsiteX1550" fmla="*/ 2262737 w 4346425"/>
              <a:gd name="connsiteY1550" fmla="*/ 31194 h 6858000"/>
              <a:gd name="connsiteX1551" fmla="*/ 2109296 w 4346425"/>
              <a:gd name="connsiteY1551" fmla="*/ 143549 h 6858000"/>
              <a:gd name="connsiteX1552" fmla="*/ 2113865 w 4346425"/>
              <a:gd name="connsiteY1552" fmla="*/ 141656 h 6858000"/>
              <a:gd name="connsiteX1553" fmla="*/ 2109181 w 4346425"/>
              <a:gd name="connsiteY1553" fmla="*/ 154645 h 6858000"/>
              <a:gd name="connsiteX1554" fmla="*/ 1886567 w 4346425"/>
              <a:gd name="connsiteY1554" fmla="*/ 311825 h 6858000"/>
              <a:gd name="connsiteX1555" fmla="*/ 1896755 w 4346425"/>
              <a:gd name="connsiteY1555" fmla="*/ 294346 h 6858000"/>
              <a:gd name="connsiteX1556" fmla="*/ 1876877 w 4346425"/>
              <a:gd name="connsiteY1556" fmla="*/ 313356 h 6858000"/>
              <a:gd name="connsiteX1557" fmla="*/ 1882270 w 4346425"/>
              <a:gd name="connsiteY1557" fmla="*/ 311053 h 6858000"/>
              <a:gd name="connsiteX1558" fmla="*/ 1881662 w 4346425"/>
              <a:gd name="connsiteY1558" fmla="*/ 317051 h 6858000"/>
              <a:gd name="connsiteX1559" fmla="*/ 1858698 w 4346425"/>
              <a:gd name="connsiteY1559" fmla="*/ 344344 h 6858000"/>
              <a:gd name="connsiteX1560" fmla="*/ 1860648 w 4346425"/>
              <a:gd name="connsiteY1560" fmla="*/ 331750 h 6858000"/>
              <a:gd name="connsiteX1561" fmla="*/ 1856864 w 4346425"/>
              <a:gd name="connsiteY1561" fmla="*/ 345841 h 6858000"/>
              <a:gd name="connsiteX1562" fmla="*/ 1838883 w 4346425"/>
              <a:gd name="connsiteY1562" fmla="*/ 360512 h 6858000"/>
              <a:gd name="connsiteX1563" fmla="*/ 1834458 w 4346425"/>
              <a:gd name="connsiteY1563" fmla="*/ 354341 h 6858000"/>
              <a:gd name="connsiteX1564" fmla="*/ 1797607 w 4346425"/>
              <a:gd name="connsiteY1564" fmla="*/ 375850 h 6858000"/>
              <a:gd name="connsiteX1565" fmla="*/ 1794448 w 4346425"/>
              <a:gd name="connsiteY1565" fmla="*/ 370481 h 6858000"/>
              <a:gd name="connsiteX1566" fmla="*/ 1778032 w 4346425"/>
              <a:gd name="connsiteY1566" fmla="*/ 386320 h 6858000"/>
              <a:gd name="connsiteX1567" fmla="*/ 1762464 w 4346425"/>
              <a:gd name="connsiteY1567" fmla="*/ 390464 h 6858000"/>
              <a:gd name="connsiteX1568" fmla="*/ 1776112 w 4346425"/>
              <a:gd name="connsiteY1568" fmla="*/ 401946 h 6858000"/>
              <a:gd name="connsiteX1569" fmla="*/ 1776495 w 4346425"/>
              <a:gd name="connsiteY1569" fmla="*/ 388184 h 6858000"/>
              <a:gd name="connsiteX1570" fmla="*/ 1832141 w 4346425"/>
              <a:gd name="connsiteY1570" fmla="*/ 367234 h 6858000"/>
              <a:gd name="connsiteX1571" fmla="*/ 1659860 w 4346425"/>
              <a:gd name="connsiteY1571" fmla="*/ 489460 h 6858000"/>
              <a:gd name="connsiteX1572" fmla="*/ 1674712 w 4346425"/>
              <a:gd name="connsiteY1572" fmla="*/ 472453 h 6858000"/>
              <a:gd name="connsiteX1573" fmla="*/ 1618555 w 4346425"/>
              <a:gd name="connsiteY1573" fmla="*/ 501765 h 6858000"/>
              <a:gd name="connsiteX1574" fmla="*/ 1631119 w 4346425"/>
              <a:gd name="connsiteY1574" fmla="*/ 500683 h 6858000"/>
              <a:gd name="connsiteX1575" fmla="*/ 1587442 w 4346425"/>
              <a:gd name="connsiteY1575" fmla="*/ 543044 h 6858000"/>
              <a:gd name="connsiteX1576" fmla="*/ 1600971 w 4346425"/>
              <a:gd name="connsiteY1576" fmla="*/ 519170 h 6858000"/>
              <a:gd name="connsiteX1577" fmla="*/ 1593129 w 4346425"/>
              <a:gd name="connsiteY1577" fmla="*/ 526791 h 6858000"/>
              <a:gd name="connsiteX1578" fmla="*/ 1566195 w 4346425"/>
              <a:gd name="connsiteY1578" fmla="*/ 533485 h 6858000"/>
              <a:gd name="connsiteX1579" fmla="*/ 1518847 w 4346425"/>
              <a:gd name="connsiteY1579" fmla="*/ 578839 h 6858000"/>
              <a:gd name="connsiteX1580" fmla="*/ 1483705 w 4346425"/>
              <a:gd name="connsiteY1580" fmla="*/ 593453 h 6858000"/>
              <a:gd name="connsiteX1581" fmla="*/ 1486592 w 4346425"/>
              <a:gd name="connsiteY1581" fmla="*/ 601488 h 6858000"/>
              <a:gd name="connsiteX1582" fmla="*/ 1417873 w 4346425"/>
              <a:gd name="connsiteY1582" fmla="*/ 631884 h 6858000"/>
              <a:gd name="connsiteX1583" fmla="*/ 1467374 w 4346425"/>
              <a:gd name="connsiteY1583" fmla="*/ 595163 h 6858000"/>
              <a:gd name="connsiteX1584" fmla="*/ 1459321 w 4346425"/>
              <a:gd name="connsiteY1584" fmla="*/ 611514 h 6858000"/>
              <a:gd name="connsiteX1585" fmla="*/ 1471411 w 4346425"/>
              <a:gd name="connsiteY1585" fmla="*/ 591869 h 6858000"/>
              <a:gd name="connsiteX1586" fmla="*/ 1600002 w 4346425"/>
              <a:gd name="connsiteY1586" fmla="*/ 495510 h 6858000"/>
              <a:gd name="connsiteX1587" fmla="*/ 1552692 w 4346425"/>
              <a:gd name="connsiteY1587" fmla="*/ 513940 h 6858000"/>
              <a:gd name="connsiteX1588" fmla="*/ 1589274 w 4346425"/>
              <a:gd name="connsiteY1588" fmla="*/ 495095 h 6858000"/>
              <a:gd name="connsiteX1589" fmla="*/ 1642812 w 4346425"/>
              <a:gd name="connsiteY1589" fmla="*/ 455080 h 6858000"/>
              <a:gd name="connsiteX1590" fmla="*/ 1675520 w 4346425"/>
              <a:gd name="connsiteY1590" fmla="*/ 418003 h 6858000"/>
              <a:gd name="connsiteX1591" fmla="*/ 1689619 w 4346425"/>
              <a:gd name="connsiteY1591" fmla="*/ 415057 h 6858000"/>
              <a:gd name="connsiteX1592" fmla="*/ 1690131 w 4346425"/>
              <a:gd name="connsiteY1592" fmla="*/ 406694 h 6858000"/>
              <a:gd name="connsiteX1593" fmla="*/ 1687098 w 4346425"/>
              <a:gd name="connsiteY1593" fmla="*/ 406722 h 6858000"/>
              <a:gd name="connsiteX1594" fmla="*/ 1667042 w 4346425"/>
              <a:gd name="connsiteY1594" fmla="*/ 428589 h 6858000"/>
              <a:gd name="connsiteX1595" fmla="*/ 1644443 w 4346425"/>
              <a:gd name="connsiteY1595" fmla="*/ 443970 h 6858000"/>
              <a:gd name="connsiteX1596" fmla="*/ 1623567 w 4346425"/>
              <a:gd name="connsiteY1596" fmla="*/ 454677 h 6858000"/>
              <a:gd name="connsiteX1597" fmla="*/ 1617385 w 4346425"/>
              <a:gd name="connsiteY1597" fmla="*/ 461177 h 6858000"/>
              <a:gd name="connsiteX1598" fmla="*/ 1562581 w 4346425"/>
              <a:gd name="connsiteY1598" fmla="*/ 496091 h 6858000"/>
              <a:gd name="connsiteX1599" fmla="*/ 1492083 w 4346425"/>
              <a:gd name="connsiteY1599" fmla="*/ 534050 h 6858000"/>
              <a:gd name="connsiteX1600" fmla="*/ 1699990 w 4346425"/>
              <a:gd name="connsiteY1600" fmla="*/ 385814 h 6858000"/>
              <a:gd name="connsiteX1601" fmla="*/ 1704159 w 4346425"/>
              <a:gd name="connsiteY1601" fmla="*/ 357962 h 6858000"/>
              <a:gd name="connsiteX1602" fmla="*/ 1608062 w 4346425"/>
              <a:gd name="connsiteY1602" fmla="*/ 425975 h 6858000"/>
              <a:gd name="connsiteX1603" fmla="*/ 1614977 w 4346425"/>
              <a:gd name="connsiteY1603" fmla="*/ 414222 h 6858000"/>
              <a:gd name="connsiteX1604" fmla="*/ 1600095 w 4346425"/>
              <a:gd name="connsiteY1604" fmla="*/ 428197 h 6858000"/>
              <a:gd name="connsiteX1605" fmla="*/ 1603225 w 4346425"/>
              <a:gd name="connsiteY1605" fmla="*/ 430534 h 6858000"/>
              <a:gd name="connsiteX1606" fmla="*/ 1541777 w 4346425"/>
              <a:gd name="connsiteY1606" fmla="*/ 478835 h 6858000"/>
              <a:gd name="connsiteX1607" fmla="*/ 1540791 w 4346425"/>
              <a:gd name="connsiteY1607" fmla="*/ 468637 h 6858000"/>
              <a:gd name="connsiteX1608" fmla="*/ 1461856 w 4346425"/>
              <a:gd name="connsiteY1608" fmla="*/ 536708 h 6858000"/>
              <a:gd name="connsiteX1609" fmla="*/ 1421363 w 4346425"/>
              <a:gd name="connsiteY1609" fmla="*/ 564244 h 6858000"/>
              <a:gd name="connsiteX1610" fmla="*/ 1359202 w 4346425"/>
              <a:gd name="connsiteY1610" fmla="*/ 599680 h 6858000"/>
              <a:gd name="connsiteX1611" fmla="*/ 1362359 w 4346425"/>
              <a:gd name="connsiteY1611" fmla="*/ 605050 h 6858000"/>
              <a:gd name="connsiteX1612" fmla="*/ 1349187 w 4346425"/>
              <a:gd name="connsiteY1612" fmla="*/ 612129 h 6858000"/>
              <a:gd name="connsiteX1613" fmla="*/ 1349699 w 4346425"/>
              <a:gd name="connsiteY1613" fmla="*/ 603766 h 6858000"/>
              <a:gd name="connsiteX1614" fmla="*/ 1285103 w 4346425"/>
              <a:gd name="connsiteY1614" fmla="*/ 663192 h 6858000"/>
              <a:gd name="connsiteX1615" fmla="*/ 1267248 w 4346425"/>
              <a:gd name="connsiteY1615" fmla="*/ 683262 h 6858000"/>
              <a:gd name="connsiteX1616" fmla="*/ 1260525 w 4346425"/>
              <a:gd name="connsiteY1616" fmla="*/ 676522 h 6858000"/>
              <a:gd name="connsiteX1617" fmla="*/ 1186257 w 4346425"/>
              <a:gd name="connsiteY1617" fmla="*/ 716412 h 6858000"/>
              <a:gd name="connsiteX1618" fmla="*/ 1134261 w 4346425"/>
              <a:gd name="connsiteY1618" fmla="*/ 753005 h 6858000"/>
              <a:gd name="connsiteX1619" fmla="*/ 1137001 w 4346425"/>
              <a:gd name="connsiteY1619" fmla="*/ 746131 h 6858000"/>
              <a:gd name="connsiteX1620" fmla="*/ 1132095 w 4346425"/>
              <a:gd name="connsiteY1620" fmla="*/ 751356 h 6858000"/>
              <a:gd name="connsiteX1621" fmla="*/ 1132961 w 4346425"/>
              <a:gd name="connsiteY1621" fmla="*/ 753920 h 6858000"/>
              <a:gd name="connsiteX1622" fmla="*/ 1120150 w 4346425"/>
              <a:gd name="connsiteY1622" fmla="*/ 762936 h 6858000"/>
              <a:gd name="connsiteX1623" fmla="*/ 1092011 w 4346425"/>
              <a:gd name="connsiteY1623" fmla="*/ 798120 h 6858000"/>
              <a:gd name="connsiteX1624" fmla="*/ 991316 w 4346425"/>
              <a:gd name="connsiteY1624" fmla="*/ 864995 h 6858000"/>
              <a:gd name="connsiteX1625" fmla="*/ 912593 w 4346425"/>
              <a:gd name="connsiteY1625" fmla="*/ 924335 h 6858000"/>
              <a:gd name="connsiteX1626" fmla="*/ 821335 w 4346425"/>
              <a:gd name="connsiteY1626" fmla="*/ 987789 h 6858000"/>
              <a:gd name="connsiteX1627" fmla="*/ 779433 w 4346425"/>
              <a:gd name="connsiteY1627" fmla="*/ 1022588 h 6858000"/>
              <a:gd name="connsiteX1628" fmla="*/ 765430 w 4346425"/>
              <a:gd name="connsiteY1628" fmla="*/ 1027901 h 6858000"/>
              <a:gd name="connsiteX1629" fmla="*/ 771621 w 4346425"/>
              <a:gd name="connsiteY1629" fmla="*/ 1033241 h 6858000"/>
              <a:gd name="connsiteX1630" fmla="*/ 692213 w 4346425"/>
              <a:gd name="connsiteY1630" fmla="*/ 1082749 h 6858000"/>
              <a:gd name="connsiteX1631" fmla="*/ 620547 w 4346425"/>
              <a:gd name="connsiteY1631" fmla="*/ 1145500 h 6858000"/>
              <a:gd name="connsiteX1632" fmla="*/ 47467 w 4346425"/>
              <a:gd name="connsiteY1632" fmla="*/ 1641094 h 6858000"/>
              <a:gd name="connsiteX1633" fmla="*/ 0 w 4346425"/>
              <a:gd name="connsiteY1633" fmla="*/ 1678530 h 6858000"/>
              <a:gd name="connsiteX1634" fmla="*/ 0 w 4346425"/>
              <a:gd name="connsiteY1634" fmla="*/ 4585821 h 6858000"/>
              <a:gd name="connsiteX1635" fmla="*/ 7982 w 4346425"/>
              <a:gd name="connsiteY1635" fmla="*/ 4583251 h 6858000"/>
              <a:gd name="connsiteX1636" fmla="*/ 78623 w 4346425"/>
              <a:gd name="connsiteY1636" fmla="*/ 4541813 h 6858000"/>
              <a:gd name="connsiteX1637" fmla="*/ 82882 w 4346425"/>
              <a:gd name="connsiteY1637" fmla="*/ 4546284 h 6858000"/>
              <a:gd name="connsiteX1638" fmla="*/ 41907 w 4346425"/>
              <a:gd name="connsiteY1638" fmla="*/ 4585216 h 6858000"/>
              <a:gd name="connsiteX1639" fmla="*/ 94421 w 4346425"/>
              <a:gd name="connsiteY1639" fmla="*/ 4561930 h 6858000"/>
              <a:gd name="connsiteX1640" fmla="*/ 51547 w 4346425"/>
              <a:gd name="connsiteY1640" fmla="*/ 4603024 h 6858000"/>
              <a:gd name="connsiteX1641" fmla="*/ 230238 w 4346425"/>
              <a:gd name="connsiteY1641" fmla="*/ 4505596 h 6858000"/>
              <a:gd name="connsiteX1642" fmla="*/ 291942 w 4346425"/>
              <a:gd name="connsiteY1642" fmla="*/ 4464024 h 6858000"/>
              <a:gd name="connsiteX1643" fmla="*/ 289274 w 4346425"/>
              <a:gd name="connsiteY1643" fmla="*/ 4468280 h 6858000"/>
              <a:gd name="connsiteX1644" fmla="*/ 272564 w 4346425"/>
              <a:gd name="connsiteY1644" fmla="*/ 4479471 h 6858000"/>
              <a:gd name="connsiteX1645" fmla="*/ 263268 w 4346425"/>
              <a:gd name="connsiteY1645" fmla="*/ 4492081 h 6858000"/>
              <a:gd name="connsiteX1646" fmla="*/ 260724 w 4346425"/>
              <a:gd name="connsiteY1646" fmla="*/ 4491159 h 6858000"/>
              <a:gd name="connsiteX1647" fmla="*/ 255393 w 4346425"/>
              <a:gd name="connsiteY1647" fmla="*/ 4495948 h 6858000"/>
              <a:gd name="connsiteX1648" fmla="*/ 262326 w 4346425"/>
              <a:gd name="connsiteY1648" fmla="*/ 4493360 h 6858000"/>
              <a:gd name="connsiteX1649" fmla="*/ 224596 w 4346425"/>
              <a:gd name="connsiteY1649" fmla="*/ 4544537 h 6858000"/>
              <a:gd name="connsiteX1650" fmla="*/ 183080 w 4346425"/>
              <a:gd name="connsiteY1650" fmla="*/ 4617909 h 6858000"/>
              <a:gd name="connsiteX1651" fmla="*/ 189670 w 4346425"/>
              <a:gd name="connsiteY1651" fmla="*/ 4624779 h 6858000"/>
              <a:gd name="connsiteX1652" fmla="*/ 169213 w 4346425"/>
              <a:gd name="connsiteY1652" fmla="*/ 4642188 h 6858000"/>
              <a:gd name="connsiteX1653" fmla="*/ 108378 w 4346425"/>
              <a:gd name="connsiteY1653" fmla="*/ 4705458 h 6858000"/>
              <a:gd name="connsiteX1654" fmla="*/ 116751 w 4346425"/>
              <a:gd name="connsiteY1654" fmla="*/ 4705131 h 6858000"/>
              <a:gd name="connsiteX1655" fmla="*/ 109383 w 4346425"/>
              <a:gd name="connsiteY1655" fmla="*/ 4718145 h 6858000"/>
              <a:gd name="connsiteX1656" fmla="*/ 104084 w 4346425"/>
              <a:gd name="connsiteY1656" fmla="*/ 4714869 h 6858000"/>
              <a:gd name="connsiteX1657" fmla="*/ 67287 w 4346425"/>
              <a:gd name="connsiteY1657" fmla="*/ 4776236 h 6858000"/>
              <a:gd name="connsiteX1658" fmla="*/ 38866 w 4346425"/>
              <a:gd name="connsiteY1658" fmla="*/ 4816112 h 6858000"/>
              <a:gd name="connsiteX1659" fmla="*/ 2748 w 4346425"/>
              <a:gd name="connsiteY1659" fmla="*/ 4860083 h 6858000"/>
              <a:gd name="connsiteX1660" fmla="*/ 0 w 4346425"/>
              <a:gd name="connsiteY1660" fmla="*/ 4863508 h 6858000"/>
              <a:gd name="connsiteX1661" fmla="*/ 0 w 4346425"/>
              <a:gd name="connsiteY1661" fmla="*/ 4893869 h 6858000"/>
              <a:gd name="connsiteX1662" fmla="*/ 35542 w 4346425"/>
              <a:gd name="connsiteY1662" fmla="*/ 4846273 h 6858000"/>
              <a:gd name="connsiteX1663" fmla="*/ 24352 w 4346425"/>
              <a:gd name="connsiteY1663" fmla="*/ 4884198 h 6858000"/>
              <a:gd name="connsiteX1664" fmla="*/ 0 w 4346425"/>
              <a:gd name="connsiteY1664" fmla="*/ 4911483 h 6858000"/>
              <a:gd name="connsiteX1665" fmla="*/ 0 w 4346425"/>
              <a:gd name="connsiteY1665" fmla="*/ 4931029 h 6858000"/>
              <a:gd name="connsiteX1666" fmla="*/ 1954 w 4346425"/>
              <a:gd name="connsiteY1666" fmla="*/ 4926955 h 6858000"/>
              <a:gd name="connsiteX1667" fmla="*/ 14102 w 4346425"/>
              <a:gd name="connsiteY1667" fmla="*/ 4906425 h 6858000"/>
              <a:gd name="connsiteX1668" fmla="*/ 11669 w 4346425"/>
              <a:gd name="connsiteY1668" fmla="*/ 4929798 h 6858000"/>
              <a:gd name="connsiteX1669" fmla="*/ 0 w 4346425"/>
              <a:gd name="connsiteY1669" fmla="*/ 4945911 h 6858000"/>
              <a:gd name="connsiteX1670" fmla="*/ 0 w 4346425"/>
              <a:gd name="connsiteY1670" fmla="*/ 4946478 h 6858000"/>
              <a:gd name="connsiteX1671" fmla="*/ 93804 w 4346425"/>
              <a:gd name="connsiteY1671" fmla="*/ 4826879 h 6858000"/>
              <a:gd name="connsiteX1672" fmla="*/ 113710 w 4346425"/>
              <a:gd name="connsiteY1672" fmla="*/ 4815225 h 6858000"/>
              <a:gd name="connsiteX1673" fmla="*/ 97186 w 4346425"/>
              <a:gd name="connsiteY1673" fmla="*/ 4822916 h 6858000"/>
              <a:gd name="connsiteX1674" fmla="*/ 134988 w 4346425"/>
              <a:gd name="connsiteY1674" fmla="*/ 4774235 h 6858000"/>
              <a:gd name="connsiteX1675" fmla="*/ 103085 w 4346425"/>
              <a:gd name="connsiteY1675" fmla="*/ 4842269 h 6858000"/>
              <a:gd name="connsiteX1676" fmla="*/ 95116 w 4346425"/>
              <a:gd name="connsiteY1676" fmla="*/ 4839205 h 6858000"/>
              <a:gd name="connsiteX1677" fmla="*/ 79732 w 4346425"/>
              <a:gd name="connsiteY1677" fmla="*/ 4874017 h 6858000"/>
              <a:gd name="connsiteX1678" fmla="*/ 33345 w 4346425"/>
              <a:gd name="connsiteY1678" fmla="*/ 4920355 h 6858000"/>
              <a:gd name="connsiteX1679" fmla="*/ 26060 w 4346425"/>
              <a:gd name="connsiteY1679" fmla="*/ 4947135 h 6858000"/>
              <a:gd name="connsiteX1680" fmla="*/ 18269 w 4346425"/>
              <a:gd name="connsiteY1680" fmla="*/ 4954806 h 6858000"/>
              <a:gd name="connsiteX1681" fmla="*/ 42435 w 4346425"/>
              <a:gd name="connsiteY1681" fmla="*/ 4941807 h 6858000"/>
              <a:gd name="connsiteX1682" fmla="*/ 11127 w 4346425"/>
              <a:gd name="connsiteY1682" fmla="*/ 4980756 h 6858000"/>
              <a:gd name="connsiteX1683" fmla="*/ 0 w 4346425"/>
              <a:gd name="connsiteY1683" fmla="*/ 4984265 h 6858000"/>
              <a:gd name="connsiteX1684" fmla="*/ 0 w 4346425"/>
              <a:gd name="connsiteY1684" fmla="*/ 5030699 h 6858000"/>
              <a:gd name="connsiteX1685" fmla="*/ 2026 w 4346425"/>
              <a:gd name="connsiteY1685" fmla="*/ 5028110 h 6858000"/>
              <a:gd name="connsiteX1686" fmla="*/ 197094 w 4346425"/>
              <a:gd name="connsiteY1686" fmla="*/ 4773684 h 6858000"/>
              <a:gd name="connsiteX1687" fmla="*/ 70748 w 4346425"/>
              <a:gd name="connsiteY1687" fmla="*/ 4968456 h 6858000"/>
              <a:gd name="connsiteX1688" fmla="*/ 0 w 4346425"/>
              <a:gd name="connsiteY1688" fmla="*/ 5055249 h 6858000"/>
              <a:gd name="connsiteX1689" fmla="*/ 0 w 4346425"/>
              <a:gd name="connsiteY1689" fmla="*/ 5101381 h 6858000"/>
              <a:gd name="connsiteX1690" fmla="*/ 34753 w 4346425"/>
              <a:gd name="connsiteY1690" fmla="*/ 5058914 h 6858000"/>
              <a:gd name="connsiteX1691" fmla="*/ 378523 w 4346425"/>
              <a:gd name="connsiteY1691" fmla="*/ 4608482 h 6858000"/>
              <a:gd name="connsiteX1692" fmla="*/ 382231 w 4346425"/>
              <a:gd name="connsiteY1692" fmla="*/ 4612891 h 6858000"/>
              <a:gd name="connsiteX1693" fmla="*/ 186338 w 4346425"/>
              <a:gd name="connsiteY1693" fmla="*/ 4879685 h 6858000"/>
              <a:gd name="connsiteX1694" fmla="*/ 162399 w 4346425"/>
              <a:gd name="connsiteY1694" fmla="*/ 4925254 h 6858000"/>
              <a:gd name="connsiteX1695" fmla="*/ 120323 w 4346425"/>
              <a:gd name="connsiteY1695" fmla="*/ 4992077 h 6858000"/>
              <a:gd name="connsiteX1696" fmla="*/ 97194 w 4346425"/>
              <a:gd name="connsiteY1696" fmla="*/ 5009699 h 6858000"/>
              <a:gd name="connsiteX1697" fmla="*/ 93439 w 4346425"/>
              <a:gd name="connsiteY1697" fmla="*/ 5030152 h 6858000"/>
              <a:gd name="connsiteX1698" fmla="*/ 73533 w 4346425"/>
              <a:gd name="connsiteY1698" fmla="*/ 5041806 h 6858000"/>
              <a:gd name="connsiteX1699" fmla="*/ 80676 w 4346425"/>
              <a:gd name="connsiteY1699" fmla="*/ 5042920 h 6858000"/>
              <a:gd name="connsiteX1700" fmla="*/ 60090 w 4346425"/>
              <a:gd name="connsiteY1700" fmla="*/ 5071426 h 6858000"/>
              <a:gd name="connsiteX1701" fmla="*/ 62436 w 4346425"/>
              <a:gd name="connsiteY1701" fmla="*/ 5041678 h 6858000"/>
              <a:gd name="connsiteX1702" fmla="*/ 25784 w 4346425"/>
              <a:gd name="connsiteY1702" fmla="*/ 5121846 h 6858000"/>
              <a:gd name="connsiteX1703" fmla="*/ 10946 w 4346425"/>
              <a:gd name="connsiteY1703" fmla="*/ 5125372 h 6858000"/>
              <a:gd name="connsiteX1704" fmla="*/ 1392 w 4346425"/>
              <a:gd name="connsiteY1704" fmla="*/ 5148973 h 6858000"/>
              <a:gd name="connsiteX1705" fmla="*/ 0 w 4346425"/>
              <a:gd name="connsiteY1705" fmla="*/ 5142773 h 6858000"/>
              <a:gd name="connsiteX1706" fmla="*/ 0 w 4346425"/>
              <a:gd name="connsiteY1706" fmla="*/ 6858000 h 6858000"/>
              <a:gd name="connsiteX1707" fmla="*/ 30099 w 4346425"/>
              <a:gd name="connsiteY1707" fmla="*/ 6858000 h 6858000"/>
              <a:gd name="connsiteX1708" fmla="*/ 40961 w 4346425"/>
              <a:gd name="connsiteY1708" fmla="*/ 6849396 h 6858000"/>
              <a:gd name="connsiteX1709" fmla="*/ 48267 w 4346425"/>
              <a:gd name="connsiteY1709" fmla="*/ 6831349 h 6858000"/>
              <a:gd name="connsiteX1710" fmla="*/ 52801 w 4346425"/>
              <a:gd name="connsiteY1710" fmla="*/ 6837709 h 6858000"/>
              <a:gd name="connsiteX1711" fmla="*/ 56269 w 4346425"/>
              <a:gd name="connsiteY1711" fmla="*/ 6826348 h 6858000"/>
              <a:gd name="connsiteX1712" fmla="*/ 240307 w 4346425"/>
              <a:gd name="connsiteY1712" fmla="*/ 6655900 h 6858000"/>
              <a:gd name="connsiteX1713" fmla="*/ 268651 w 4346425"/>
              <a:gd name="connsiteY1713" fmla="*/ 6627788 h 6858000"/>
              <a:gd name="connsiteX1714" fmla="*/ 259918 w 4346425"/>
              <a:gd name="connsiteY1714" fmla="*/ 6627807 h 6858000"/>
              <a:gd name="connsiteX1715" fmla="*/ 276053 w 4346425"/>
              <a:gd name="connsiteY1715" fmla="*/ 6606709 h 6858000"/>
              <a:gd name="connsiteX1716" fmla="*/ 294497 w 4346425"/>
              <a:gd name="connsiteY1716" fmla="*/ 6585093 h 6858000"/>
              <a:gd name="connsiteX1717" fmla="*/ 370669 w 4346425"/>
              <a:gd name="connsiteY1717" fmla="*/ 6511873 h 6858000"/>
              <a:gd name="connsiteX1718" fmla="*/ 372937 w 4346425"/>
              <a:gd name="connsiteY1718" fmla="*/ 6515053 h 6858000"/>
              <a:gd name="connsiteX1719" fmla="*/ 393183 w 4346425"/>
              <a:gd name="connsiteY1719" fmla="*/ 6494973 h 6858000"/>
              <a:gd name="connsiteX1720" fmla="*/ 387841 w 4346425"/>
              <a:gd name="connsiteY1720" fmla="*/ 6495396 h 6858000"/>
              <a:gd name="connsiteX1721" fmla="*/ 432964 w 4346425"/>
              <a:gd name="connsiteY1721" fmla="*/ 6458565 h 6858000"/>
              <a:gd name="connsiteX1722" fmla="*/ 451443 w 4346425"/>
              <a:gd name="connsiteY1722" fmla="*/ 6428883 h 6858000"/>
              <a:gd name="connsiteX1723" fmla="*/ 456011 w 4346425"/>
              <a:gd name="connsiteY1723" fmla="*/ 6427177 h 6858000"/>
              <a:gd name="connsiteX1724" fmla="*/ 455540 w 4346425"/>
              <a:gd name="connsiteY1724" fmla="*/ 6428184 h 6858000"/>
              <a:gd name="connsiteX1725" fmla="*/ 473051 w 4346425"/>
              <a:gd name="connsiteY1725" fmla="*/ 6403740 h 6858000"/>
              <a:gd name="connsiteX1726" fmla="*/ 511514 w 4346425"/>
              <a:gd name="connsiteY1726" fmla="*/ 6368696 h 6858000"/>
              <a:gd name="connsiteX1727" fmla="*/ 499947 w 4346425"/>
              <a:gd name="connsiteY1727" fmla="*/ 6388089 h 6858000"/>
              <a:gd name="connsiteX1728" fmla="*/ 531727 w 4346425"/>
              <a:gd name="connsiteY1728" fmla="*/ 6356681 h 6858000"/>
              <a:gd name="connsiteX1729" fmla="*/ 523047 w 4346425"/>
              <a:gd name="connsiteY1729" fmla="*/ 6357368 h 6858000"/>
              <a:gd name="connsiteX1730" fmla="*/ 536054 w 4346425"/>
              <a:gd name="connsiteY1730" fmla="*/ 6339206 h 6858000"/>
              <a:gd name="connsiteX1731" fmla="*/ 553975 w 4346425"/>
              <a:gd name="connsiteY1731" fmla="*/ 6328564 h 6858000"/>
              <a:gd name="connsiteX1732" fmla="*/ 536150 w 4346425"/>
              <a:gd name="connsiteY1732" fmla="*/ 6336175 h 6858000"/>
              <a:gd name="connsiteX1733" fmla="*/ 623835 w 4346425"/>
              <a:gd name="connsiteY1733" fmla="*/ 6242895 h 6858000"/>
              <a:gd name="connsiteX1734" fmla="*/ 614897 w 4346425"/>
              <a:gd name="connsiteY1734" fmla="*/ 6265775 h 6858000"/>
              <a:gd name="connsiteX1735" fmla="*/ 612629 w 4346425"/>
              <a:gd name="connsiteY1735" fmla="*/ 6262595 h 6858000"/>
              <a:gd name="connsiteX1736" fmla="*/ 607658 w 4346425"/>
              <a:gd name="connsiteY1736" fmla="*/ 6267692 h 6858000"/>
              <a:gd name="connsiteX1737" fmla="*/ 609926 w 4346425"/>
              <a:gd name="connsiteY1737" fmla="*/ 6270872 h 6858000"/>
              <a:gd name="connsiteX1738" fmla="*/ 953804 w 4346425"/>
              <a:gd name="connsiteY1738" fmla="*/ 5929874 h 6858000"/>
              <a:gd name="connsiteX1739" fmla="*/ 952541 w 4346425"/>
              <a:gd name="connsiteY1739" fmla="*/ 5939380 h 6858000"/>
              <a:gd name="connsiteX1740" fmla="*/ 551460 w 4346425"/>
              <a:gd name="connsiteY1740" fmla="*/ 6359822 h 6858000"/>
              <a:gd name="connsiteX1741" fmla="*/ 508898 w 4346425"/>
              <a:gd name="connsiteY1741" fmla="*/ 6416271 h 6858000"/>
              <a:gd name="connsiteX1742" fmla="*/ 466446 w 4346425"/>
              <a:gd name="connsiteY1742" fmla="*/ 6452890 h 6858000"/>
              <a:gd name="connsiteX1743" fmla="*/ 463708 w 4346425"/>
              <a:gd name="connsiteY1743" fmla="*/ 6469233 h 6858000"/>
              <a:gd name="connsiteX1744" fmla="*/ 437294 w 4346425"/>
              <a:gd name="connsiteY1744" fmla="*/ 6487785 h 6858000"/>
              <a:gd name="connsiteX1745" fmla="*/ 362755 w 4346425"/>
              <a:gd name="connsiteY1745" fmla="*/ 6556172 h 6858000"/>
              <a:gd name="connsiteX1746" fmla="*/ 366516 w 4346425"/>
              <a:gd name="connsiteY1746" fmla="*/ 6561249 h 6858000"/>
              <a:gd name="connsiteX1747" fmla="*/ 458871 w 4346425"/>
              <a:gd name="connsiteY1747" fmla="*/ 6488764 h 6858000"/>
              <a:gd name="connsiteX1748" fmla="*/ 462272 w 4346425"/>
              <a:gd name="connsiteY1748" fmla="*/ 6493534 h 6858000"/>
              <a:gd name="connsiteX1749" fmla="*/ 481981 w 4346425"/>
              <a:gd name="connsiteY1749" fmla="*/ 6462411 h 6858000"/>
              <a:gd name="connsiteX1750" fmla="*/ 485319 w 4346425"/>
              <a:gd name="connsiteY1750" fmla="*/ 6462146 h 6858000"/>
              <a:gd name="connsiteX1751" fmla="*/ 476880 w 4346425"/>
              <a:gd name="connsiteY1751" fmla="*/ 6478603 h 6858000"/>
              <a:gd name="connsiteX1752" fmla="*/ 497093 w 4346425"/>
              <a:gd name="connsiteY1752" fmla="*/ 6466589 h 6858000"/>
              <a:gd name="connsiteX1753" fmla="*/ 498826 w 4346425"/>
              <a:gd name="connsiteY1753" fmla="*/ 6437560 h 6858000"/>
              <a:gd name="connsiteX1754" fmla="*/ 478252 w 4346425"/>
              <a:gd name="connsiteY1754" fmla="*/ 6449268 h 6858000"/>
              <a:gd name="connsiteX1755" fmla="*/ 536479 w 4346425"/>
              <a:gd name="connsiteY1755" fmla="*/ 6391243 h 6858000"/>
              <a:gd name="connsiteX1756" fmla="*/ 539880 w 4346425"/>
              <a:gd name="connsiteY1756" fmla="*/ 6396013 h 6858000"/>
              <a:gd name="connsiteX1757" fmla="*/ 597151 w 4346425"/>
              <a:gd name="connsiteY1757" fmla="*/ 6347134 h 6858000"/>
              <a:gd name="connsiteX1758" fmla="*/ 578769 w 4346425"/>
              <a:gd name="connsiteY1758" fmla="*/ 6373785 h 6858000"/>
              <a:gd name="connsiteX1759" fmla="*/ 590172 w 4346425"/>
              <a:gd name="connsiteY1759" fmla="*/ 6373553 h 6858000"/>
              <a:gd name="connsiteX1760" fmla="*/ 545016 w 4346425"/>
              <a:gd name="connsiteY1760" fmla="*/ 6418450 h 6858000"/>
              <a:gd name="connsiteX1761" fmla="*/ 564935 w 4346425"/>
              <a:gd name="connsiteY1761" fmla="*/ 6389997 h 6858000"/>
              <a:gd name="connsiteX1762" fmla="*/ 498399 w 4346425"/>
              <a:gd name="connsiteY1762" fmla="*/ 6453383 h 6858000"/>
              <a:gd name="connsiteX1763" fmla="*/ 523180 w 4346425"/>
              <a:gd name="connsiteY1763" fmla="*/ 6439664 h 6858000"/>
              <a:gd name="connsiteX1764" fmla="*/ 511307 w 4346425"/>
              <a:gd name="connsiteY1764" fmla="*/ 6459416 h 6858000"/>
              <a:gd name="connsiteX1765" fmla="*/ 514645 w 4346425"/>
              <a:gd name="connsiteY1765" fmla="*/ 6459152 h 6858000"/>
              <a:gd name="connsiteX1766" fmla="*/ 497799 w 4346425"/>
              <a:gd name="connsiteY1766" fmla="*/ 6484002 h 6858000"/>
              <a:gd name="connsiteX1767" fmla="*/ 520620 w 4346425"/>
              <a:gd name="connsiteY1767" fmla="*/ 6466742 h 6858000"/>
              <a:gd name="connsiteX1768" fmla="*/ 549806 w 4346425"/>
              <a:gd name="connsiteY1768" fmla="*/ 6423782 h 6858000"/>
              <a:gd name="connsiteX1769" fmla="*/ 558486 w 4346425"/>
              <a:gd name="connsiteY1769" fmla="*/ 6423094 h 6858000"/>
              <a:gd name="connsiteX1770" fmla="*/ 890134 w 4346425"/>
              <a:gd name="connsiteY1770" fmla="*/ 6080378 h 6858000"/>
              <a:gd name="connsiteX1771" fmla="*/ 890735 w 4346425"/>
              <a:gd name="connsiteY1771" fmla="*/ 6096455 h 6858000"/>
              <a:gd name="connsiteX1772" fmla="*/ 550340 w 4346425"/>
              <a:gd name="connsiteY1772" fmla="*/ 6455989 h 6858000"/>
              <a:gd name="connsiteX1773" fmla="*/ 524392 w 4346425"/>
              <a:gd name="connsiteY1773" fmla="*/ 6476186 h 6858000"/>
              <a:gd name="connsiteX1774" fmla="*/ 523859 w 4346425"/>
              <a:gd name="connsiteY1774" fmla="*/ 6490672 h 6858000"/>
              <a:gd name="connsiteX1775" fmla="*/ 922530 w 4346425"/>
              <a:gd name="connsiteY1775" fmla="*/ 6094946 h 6858000"/>
              <a:gd name="connsiteX1776" fmla="*/ 1045458 w 4346425"/>
              <a:gd name="connsiteY1776" fmla="*/ 5980063 h 6858000"/>
              <a:gd name="connsiteX1777" fmla="*/ 1043888 w 4346425"/>
              <a:gd name="connsiteY1777" fmla="*/ 5989929 h 6858000"/>
              <a:gd name="connsiteX1778" fmla="*/ 951115 w 4346425"/>
              <a:gd name="connsiteY1778" fmla="*/ 6082605 h 6858000"/>
              <a:gd name="connsiteX1779" fmla="*/ 974941 w 4346425"/>
              <a:gd name="connsiteY1779" fmla="*/ 6078030 h 6858000"/>
              <a:gd name="connsiteX1780" fmla="*/ 1003363 w 4346425"/>
              <a:gd name="connsiteY1780" fmla="*/ 6038154 h 6858000"/>
              <a:gd name="connsiteX1781" fmla="*/ 1006667 w 4346425"/>
              <a:gd name="connsiteY1781" fmla="*/ 6045955 h 6858000"/>
              <a:gd name="connsiteX1782" fmla="*/ 1020045 w 4346425"/>
              <a:gd name="connsiteY1782" fmla="*/ 6032466 h 6858000"/>
              <a:gd name="connsiteX1783" fmla="*/ 1025747 w 4346425"/>
              <a:gd name="connsiteY1783" fmla="*/ 6032351 h 6858000"/>
              <a:gd name="connsiteX1784" fmla="*/ 948354 w 4346425"/>
              <a:gd name="connsiteY1784" fmla="*/ 6124695 h 6858000"/>
              <a:gd name="connsiteX1785" fmla="*/ 948294 w 4346425"/>
              <a:gd name="connsiteY1785" fmla="*/ 6124752 h 6858000"/>
              <a:gd name="connsiteX1786" fmla="*/ 957934 w 4346425"/>
              <a:gd name="connsiteY1786" fmla="*/ 6122041 h 6858000"/>
              <a:gd name="connsiteX1787" fmla="*/ 921914 w 4346425"/>
              <a:gd name="connsiteY1787" fmla="*/ 6163527 h 6858000"/>
              <a:gd name="connsiteX1788" fmla="*/ 900196 w 4346425"/>
              <a:gd name="connsiteY1788" fmla="*/ 6169277 h 6858000"/>
              <a:gd name="connsiteX1789" fmla="*/ 858994 w 4346425"/>
              <a:gd name="connsiteY1789" fmla="*/ 6213189 h 6858000"/>
              <a:gd name="connsiteX1790" fmla="*/ 853017 w 4346425"/>
              <a:gd name="connsiteY1790" fmla="*/ 6205599 h 6858000"/>
              <a:gd name="connsiteX1791" fmla="*/ 782841 w 4346425"/>
              <a:gd name="connsiteY1791" fmla="*/ 6295141 h 6858000"/>
              <a:gd name="connsiteX1792" fmla="*/ 786146 w 4346425"/>
              <a:gd name="connsiteY1792" fmla="*/ 6302942 h 6858000"/>
              <a:gd name="connsiteX1793" fmla="*/ 767599 w 4346425"/>
              <a:gd name="connsiteY1793" fmla="*/ 6302059 h 6858000"/>
              <a:gd name="connsiteX1794" fmla="*/ 736081 w 4346425"/>
              <a:gd name="connsiteY1794" fmla="*/ 6357969 h 6858000"/>
              <a:gd name="connsiteX1795" fmla="*/ 940397 w 4346425"/>
              <a:gd name="connsiteY1795" fmla="*/ 6159376 h 6858000"/>
              <a:gd name="connsiteX1796" fmla="*/ 925853 w 4346425"/>
              <a:gd name="connsiteY1796" fmla="*/ 6179340 h 6858000"/>
              <a:gd name="connsiteX1797" fmla="*/ 813339 w 4346425"/>
              <a:gd name="connsiteY1797" fmla="*/ 6311204 h 6858000"/>
              <a:gd name="connsiteX1798" fmla="*/ 805870 w 4346425"/>
              <a:gd name="connsiteY1798" fmla="*/ 6301716 h 6858000"/>
              <a:gd name="connsiteX1799" fmla="*/ 779389 w 4346425"/>
              <a:gd name="connsiteY1799" fmla="*/ 6336400 h 6858000"/>
              <a:gd name="connsiteX1800" fmla="*/ 750771 w 4346425"/>
              <a:gd name="connsiteY1800" fmla="*/ 6356806 h 6858000"/>
              <a:gd name="connsiteX1801" fmla="*/ 762577 w 4346425"/>
              <a:gd name="connsiteY1801" fmla="*/ 6353184 h 6858000"/>
              <a:gd name="connsiteX1802" fmla="*/ 744925 w 4346425"/>
              <a:gd name="connsiteY1802" fmla="*/ 6384816 h 6858000"/>
              <a:gd name="connsiteX1803" fmla="*/ 1410073 w 4346425"/>
              <a:gd name="connsiteY1803" fmla="*/ 5722753 h 6858000"/>
              <a:gd name="connsiteX1804" fmla="*/ 1345516 w 4346425"/>
              <a:gd name="connsiteY1804" fmla="*/ 5798412 h 6858000"/>
              <a:gd name="connsiteX1805" fmla="*/ 1149394 w 4346425"/>
              <a:gd name="connsiteY1805" fmla="*/ 5985943 h 6858000"/>
              <a:gd name="connsiteX1806" fmla="*/ 1129148 w 4346425"/>
              <a:gd name="connsiteY1806" fmla="*/ 6006022 h 6858000"/>
              <a:gd name="connsiteX1807" fmla="*/ 844064 w 4346425"/>
              <a:gd name="connsiteY1807" fmla="*/ 6313138 h 6858000"/>
              <a:gd name="connsiteX1808" fmla="*/ 802860 w 4346425"/>
              <a:gd name="connsiteY1808" fmla="*/ 6357049 h 6858000"/>
              <a:gd name="connsiteX1809" fmla="*/ 611018 w 4346425"/>
              <a:gd name="connsiteY1809" fmla="*/ 6551968 h 6858000"/>
              <a:gd name="connsiteX1810" fmla="*/ 587008 w 4346425"/>
              <a:gd name="connsiteY1810" fmla="*/ 6574361 h 6858000"/>
              <a:gd name="connsiteX1811" fmla="*/ 579088 w 4346425"/>
              <a:gd name="connsiteY1811" fmla="*/ 6589025 h 6858000"/>
              <a:gd name="connsiteX1812" fmla="*/ 657198 w 4346425"/>
              <a:gd name="connsiteY1812" fmla="*/ 6510980 h 6858000"/>
              <a:gd name="connsiteX1813" fmla="*/ 840691 w 4346425"/>
              <a:gd name="connsiteY1813" fmla="*/ 6321467 h 6858000"/>
              <a:gd name="connsiteX1814" fmla="*/ 849732 w 4346425"/>
              <a:gd name="connsiteY1814" fmla="*/ 6321088 h 6858000"/>
              <a:gd name="connsiteX1815" fmla="*/ 893702 w 4346425"/>
              <a:gd name="connsiteY1815" fmla="*/ 6273933 h 6858000"/>
              <a:gd name="connsiteX1816" fmla="*/ 871789 w 4346425"/>
              <a:gd name="connsiteY1816" fmla="*/ 6306910 h 6858000"/>
              <a:gd name="connsiteX1817" fmla="*/ 898981 w 4346425"/>
              <a:gd name="connsiteY1817" fmla="*/ 6268476 h 6858000"/>
              <a:gd name="connsiteX1818" fmla="*/ 924102 w 4346425"/>
              <a:gd name="connsiteY1818" fmla="*/ 6246331 h 6858000"/>
              <a:gd name="connsiteX1819" fmla="*/ 909251 w 4346425"/>
              <a:gd name="connsiteY1819" fmla="*/ 6266656 h 6858000"/>
              <a:gd name="connsiteX1820" fmla="*/ 935568 w 4346425"/>
              <a:gd name="connsiteY1820" fmla="*/ 6251134 h 6858000"/>
              <a:gd name="connsiteX1821" fmla="*/ 916053 w 4346425"/>
              <a:gd name="connsiteY1821" fmla="*/ 6276195 h 6858000"/>
              <a:gd name="connsiteX1822" fmla="*/ 917187 w 4346425"/>
              <a:gd name="connsiteY1822" fmla="*/ 6277785 h 6858000"/>
              <a:gd name="connsiteX1823" fmla="*/ 1047790 w 4346425"/>
              <a:gd name="connsiteY1823" fmla="*/ 6149528 h 6858000"/>
              <a:gd name="connsiteX1824" fmla="*/ 1028549 w 4346425"/>
              <a:gd name="connsiteY1824" fmla="*/ 6182294 h 6858000"/>
              <a:gd name="connsiteX1825" fmla="*/ 1188780 w 4346425"/>
              <a:gd name="connsiteY1825" fmla="*/ 6025153 h 6858000"/>
              <a:gd name="connsiteX1826" fmla="*/ 983686 w 4346425"/>
              <a:gd name="connsiteY1826" fmla="*/ 6243628 h 6858000"/>
              <a:gd name="connsiteX1827" fmla="*/ 988221 w 4346425"/>
              <a:gd name="connsiteY1827" fmla="*/ 6249989 h 6858000"/>
              <a:gd name="connsiteX1828" fmla="*/ 1087132 w 4346425"/>
              <a:gd name="connsiteY1828" fmla="*/ 6145741 h 6858000"/>
              <a:gd name="connsiteX1829" fmla="*/ 1128302 w 4346425"/>
              <a:gd name="connsiteY1829" fmla="*/ 6109895 h 6858000"/>
              <a:gd name="connsiteX1830" fmla="*/ 1086566 w 4346425"/>
              <a:gd name="connsiteY1830" fmla="*/ 6168294 h 6858000"/>
              <a:gd name="connsiteX1831" fmla="*/ 1075566 w 4346425"/>
              <a:gd name="connsiteY1831" fmla="*/ 6165134 h 6858000"/>
              <a:gd name="connsiteX1832" fmla="*/ 1045035 w 4346425"/>
              <a:gd name="connsiteY1832" fmla="*/ 6203833 h 6858000"/>
              <a:gd name="connsiteX1833" fmla="*/ 1052539 w 4346425"/>
              <a:gd name="connsiteY1833" fmla="*/ 6205255 h 6858000"/>
              <a:gd name="connsiteX1834" fmla="*/ 991897 w 4346425"/>
              <a:gd name="connsiteY1834" fmla="*/ 6262463 h 6858000"/>
              <a:gd name="connsiteX1835" fmla="*/ 1006311 w 4346425"/>
              <a:gd name="connsiteY1835" fmla="*/ 6253595 h 6858000"/>
              <a:gd name="connsiteX1836" fmla="*/ 1006734 w 4346425"/>
              <a:gd name="connsiteY1836" fmla="*/ 6258937 h 6858000"/>
              <a:gd name="connsiteX1837" fmla="*/ 1053279 w 4346425"/>
              <a:gd name="connsiteY1837" fmla="*/ 6214602 h 6858000"/>
              <a:gd name="connsiteX1838" fmla="*/ 1028792 w 4346425"/>
              <a:gd name="connsiteY1838" fmla="*/ 6244760 h 6858000"/>
              <a:gd name="connsiteX1839" fmla="*/ 1076408 w 4346425"/>
              <a:gd name="connsiteY1839" fmla="*/ 6196982 h 6858000"/>
              <a:gd name="connsiteX1840" fmla="*/ 1063986 w 4346425"/>
              <a:gd name="connsiteY1840" fmla="*/ 6201325 h 6858000"/>
              <a:gd name="connsiteX1841" fmla="*/ 1106630 w 4346425"/>
              <a:gd name="connsiteY1841" fmla="*/ 6158643 h 6858000"/>
              <a:gd name="connsiteX1842" fmla="*/ 1092783 w 4346425"/>
              <a:gd name="connsiteY1842" fmla="*/ 6191654 h 6858000"/>
              <a:gd name="connsiteX1843" fmla="*/ 1161375 w 4346425"/>
              <a:gd name="connsiteY1843" fmla="*/ 6128777 h 6858000"/>
              <a:gd name="connsiteX1844" fmla="*/ 1114264 w 4346425"/>
              <a:gd name="connsiteY1844" fmla="*/ 6195664 h 6858000"/>
              <a:gd name="connsiteX1845" fmla="*/ 1110864 w 4346425"/>
              <a:gd name="connsiteY1845" fmla="*/ 6190894 h 6858000"/>
              <a:gd name="connsiteX1846" fmla="*/ 1085209 w 4346425"/>
              <a:gd name="connsiteY1846" fmla="*/ 6227527 h 6858000"/>
              <a:gd name="connsiteX1847" fmla="*/ 1025896 w 4346425"/>
              <a:gd name="connsiteY1847" fmla="*/ 6259100 h 6858000"/>
              <a:gd name="connsiteX1848" fmla="*/ 986864 w 4346425"/>
              <a:gd name="connsiteY1848" fmla="*/ 6309221 h 6858000"/>
              <a:gd name="connsiteX1849" fmla="*/ 990593 w 4346425"/>
              <a:gd name="connsiteY1849" fmla="*/ 6322364 h 6858000"/>
              <a:gd name="connsiteX1850" fmla="*/ 964740 w 4346425"/>
              <a:gd name="connsiteY1850" fmla="*/ 6339528 h 6858000"/>
              <a:gd name="connsiteX1851" fmla="*/ 977182 w 4346425"/>
              <a:gd name="connsiteY1851" fmla="*/ 6343919 h 6858000"/>
              <a:gd name="connsiteX1852" fmla="*/ 958231 w 4346425"/>
              <a:gd name="connsiteY1852" fmla="*/ 6346426 h 6858000"/>
              <a:gd name="connsiteX1853" fmla="*/ 953828 w 4346425"/>
              <a:gd name="connsiteY1853" fmla="*/ 6375666 h 6858000"/>
              <a:gd name="connsiteX1854" fmla="*/ 928009 w 4346425"/>
              <a:gd name="connsiteY1854" fmla="*/ 6384765 h 6858000"/>
              <a:gd name="connsiteX1855" fmla="*/ 939009 w 4346425"/>
              <a:gd name="connsiteY1855" fmla="*/ 6387926 h 6858000"/>
              <a:gd name="connsiteX1856" fmla="*/ 930962 w 4346425"/>
              <a:gd name="connsiteY1856" fmla="*/ 6400484 h 6858000"/>
              <a:gd name="connsiteX1857" fmla="*/ 1107901 w 4346425"/>
              <a:gd name="connsiteY1857" fmla="*/ 6221363 h 6858000"/>
              <a:gd name="connsiteX1858" fmla="*/ 1008246 w 4346425"/>
              <a:gd name="connsiteY1858" fmla="*/ 6337427 h 6858000"/>
              <a:gd name="connsiteX1859" fmla="*/ 648306 w 4346425"/>
              <a:gd name="connsiteY1859" fmla="*/ 6708923 h 6858000"/>
              <a:gd name="connsiteX1860" fmla="*/ 649439 w 4346425"/>
              <a:gd name="connsiteY1860" fmla="*/ 6710513 h 6858000"/>
              <a:gd name="connsiteX1861" fmla="*/ 624919 w 4346425"/>
              <a:gd name="connsiteY1861" fmla="*/ 6748736 h 6858000"/>
              <a:gd name="connsiteX1862" fmla="*/ 616219 w 4346425"/>
              <a:gd name="connsiteY1862" fmla="*/ 6740691 h 6858000"/>
              <a:gd name="connsiteX1863" fmla="*/ 600234 w 4346425"/>
              <a:gd name="connsiteY1863" fmla="*/ 6759425 h 6858000"/>
              <a:gd name="connsiteX1864" fmla="*/ 615475 w 4346425"/>
              <a:gd name="connsiteY1864" fmla="*/ 6752507 h 6858000"/>
              <a:gd name="connsiteX1865" fmla="*/ 601757 w 4346425"/>
              <a:gd name="connsiteY1865" fmla="*/ 6774422 h 6858000"/>
              <a:gd name="connsiteX1866" fmla="*/ 871149 w 4346425"/>
              <a:gd name="connsiteY1866" fmla="*/ 6502479 h 6858000"/>
              <a:gd name="connsiteX1867" fmla="*/ 881420 w 4346425"/>
              <a:gd name="connsiteY1867" fmla="*/ 6500658 h 6858000"/>
              <a:gd name="connsiteX1868" fmla="*/ 1186991 w 4346425"/>
              <a:gd name="connsiteY1868" fmla="*/ 6189234 h 6858000"/>
              <a:gd name="connsiteX1869" fmla="*/ 1019767 w 4346425"/>
              <a:gd name="connsiteY1869" fmla="*/ 6389594 h 6858000"/>
              <a:gd name="connsiteX1870" fmla="*/ 1002956 w 4346425"/>
              <a:gd name="connsiteY1870" fmla="*/ 6406378 h 6858000"/>
              <a:gd name="connsiteX1871" fmla="*/ 995846 w 4346425"/>
              <a:gd name="connsiteY1871" fmla="*/ 6397199 h 6858000"/>
              <a:gd name="connsiteX1872" fmla="*/ 969024 w 4346425"/>
              <a:gd name="connsiteY1872" fmla="*/ 6440307 h 6858000"/>
              <a:gd name="connsiteX1873" fmla="*/ 959613 w 4346425"/>
              <a:gd name="connsiteY1873" fmla="*/ 6436013 h 6858000"/>
              <a:gd name="connsiteX1874" fmla="*/ 927984 w 4346425"/>
              <a:gd name="connsiteY1874" fmla="*/ 6465058 h 6858000"/>
              <a:gd name="connsiteX1875" fmla="*/ 902296 w 4346425"/>
              <a:gd name="connsiteY1875" fmla="*/ 6509756 h 6858000"/>
              <a:gd name="connsiteX1876" fmla="*/ 1031445 w 4346425"/>
              <a:gd name="connsiteY1876" fmla="*/ 6397067 h 6858000"/>
              <a:gd name="connsiteX1877" fmla="*/ 1030311 w 4346425"/>
              <a:gd name="connsiteY1877" fmla="*/ 6395478 h 6858000"/>
              <a:gd name="connsiteX1878" fmla="*/ 1089037 w 4346425"/>
              <a:gd name="connsiteY1878" fmla="*/ 6331031 h 6858000"/>
              <a:gd name="connsiteX1879" fmla="*/ 1141188 w 4346425"/>
              <a:gd name="connsiteY1879" fmla="*/ 6289611 h 6858000"/>
              <a:gd name="connsiteX1880" fmla="*/ 1143455 w 4346425"/>
              <a:gd name="connsiteY1880" fmla="*/ 6292792 h 6858000"/>
              <a:gd name="connsiteX1881" fmla="*/ 1016739 w 4346425"/>
              <a:gd name="connsiteY1881" fmla="*/ 6436193 h 6858000"/>
              <a:gd name="connsiteX1882" fmla="*/ 1253819 w 4346425"/>
              <a:gd name="connsiteY1882" fmla="*/ 6210145 h 6858000"/>
              <a:gd name="connsiteX1883" fmla="*/ 1365228 w 4346425"/>
              <a:gd name="connsiteY1883" fmla="*/ 6089791 h 6858000"/>
              <a:gd name="connsiteX1884" fmla="*/ 1531128 w 4346425"/>
              <a:gd name="connsiteY1884" fmla="*/ 5940599 h 6858000"/>
              <a:gd name="connsiteX1885" fmla="*/ 1549674 w 4346425"/>
              <a:gd name="connsiteY1885" fmla="*/ 5941483 h 6858000"/>
              <a:gd name="connsiteX1886" fmla="*/ 1535894 w 4346425"/>
              <a:gd name="connsiteY1886" fmla="*/ 5958363 h 6858000"/>
              <a:gd name="connsiteX1887" fmla="*/ 1532863 w 4346425"/>
              <a:gd name="connsiteY1887" fmla="*/ 5958267 h 6858000"/>
              <a:gd name="connsiteX1888" fmla="*/ 1535970 w 4346425"/>
              <a:gd name="connsiteY1888" fmla="*/ 5946599 h 6858000"/>
              <a:gd name="connsiteX1889" fmla="*/ 1527967 w 4346425"/>
              <a:gd name="connsiteY1889" fmla="*/ 5951600 h 6858000"/>
              <a:gd name="connsiteX1890" fmla="*/ 1528665 w 4346425"/>
              <a:gd name="connsiteY1890" fmla="*/ 5964646 h 6858000"/>
              <a:gd name="connsiteX1891" fmla="*/ 1167346 w 4346425"/>
              <a:gd name="connsiteY1891" fmla="*/ 6339947 h 6858000"/>
              <a:gd name="connsiteX1892" fmla="*/ 1165415 w 4346425"/>
              <a:gd name="connsiteY1892" fmla="*/ 6349506 h 6858000"/>
              <a:gd name="connsiteX1893" fmla="*/ 1457628 w 4346425"/>
              <a:gd name="connsiteY1893" fmla="*/ 6060303 h 6858000"/>
              <a:gd name="connsiteX1894" fmla="*/ 1204419 w 4346425"/>
              <a:gd name="connsiteY1894" fmla="*/ 6332980 h 6858000"/>
              <a:gd name="connsiteX1895" fmla="*/ 1154632 w 4346425"/>
              <a:gd name="connsiteY1895" fmla="*/ 6374547 h 6858000"/>
              <a:gd name="connsiteX1896" fmla="*/ 1142259 w 4346425"/>
              <a:gd name="connsiteY1896" fmla="*/ 6400723 h 6858000"/>
              <a:gd name="connsiteX1897" fmla="*/ 1138551 w 4346425"/>
              <a:gd name="connsiteY1897" fmla="*/ 6396314 h 6858000"/>
              <a:gd name="connsiteX1898" fmla="*/ 1087098 w 4346425"/>
              <a:gd name="connsiteY1898" fmla="*/ 6450778 h 6858000"/>
              <a:gd name="connsiteX1899" fmla="*/ 1111359 w 4346425"/>
              <a:gd name="connsiteY1899" fmla="*/ 6434748 h 6858000"/>
              <a:gd name="connsiteX1900" fmla="*/ 1115163 w 4346425"/>
              <a:gd name="connsiteY1900" fmla="*/ 6436127 h 6858000"/>
              <a:gd name="connsiteX1901" fmla="*/ 1111927 w 4346425"/>
              <a:gd name="connsiteY1901" fmla="*/ 6458891 h 6858000"/>
              <a:gd name="connsiteX1902" fmla="*/ 1080228 w 4346425"/>
              <a:gd name="connsiteY1902" fmla="*/ 6457369 h 6858000"/>
              <a:gd name="connsiteX1903" fmla="*/ 1032723 w 4346425"/>
              <a:gd name="connsiteY1903" fmla="*/ 6532015 h 6858000"/>
              <a:gd name="connsiteX1904" fmla="*/ 1036126 w 4346425"/>
              <a:gd name="connsiteY1904" fmla="*/ 6536784 h 6858000"/>
              <a:gd name="connsiteX1905" fmla="*/ 1069249 w 4346425"/>
              <a:gd name="connsiteY1905" fmla="*/ 6509637 h 6858000"/>
              <a:gd name="connsiteX1906" fmla="*/ 1025067 w 4346425"/>
              <a:gd name="connsiteY1906" fmla="*/ 6554121 h 6858000"/>
              <a:gd name="connsiteX1907" fmla="*/ 1029035 w 4346425"/>
              <a:gd name="connsiteY1907" fmla="*/ 6536338 h 6858000"/>
              <a:gd name="connsiteX1908" fmla="*/ 1007252 w 4346425"/>
              <a:gd name="connsiteY1908" fmla="*/ 6558218 h 6858000"/>
              <a:gd name="connsiteX1909" fmla="*/ 1068441 w 4346425"/>
              <a:gd name="connsiteY1909" fmla="*/ 6469724 h 6858000"/>
              <a:gd name="connsiteX1910" fmla="*/ 915065 w 4346425"/>
              <a:gd name="connsiteY1910" fmla="*/ 6637074 h 6858000"/>
              <a:gd name="connsiteX1911" fmla="*/ 987399 w 4346425"/>
              <a:gd name="connsiteY1911" fmla="*/ 6570541 h 6858000"/>
              <a:gd name="connsiteX1912" fmla="*/ 952321 w 4346425"/>
              <a:gd name="connsiteY1912" fmla="*/ 6619678 h 6858000"/>
              <a:gd name="connsiteX1913" fmla="*/ 950054 w 4346425"/>
              <a:gd name="connsiteY1913" fmla="*/ 6616498 h 6858000"/>
              <a:gd name="connsiteX1914" fmla="*/ 945376 w 4346425"/>
              <a:gd name="connsiteY1914" fmla="*/ 6638033 h 6858000"/>
              <a:gd name="connsiteX1915" fmla="*/ 921824 w 4346425"/>
              <a:gd name="connsiteY1915" fmla="*/ 6650312 h 6858000"/>
              <a:gd name="connsiteX1916" fmla="*/ 925225 w 4346425"/>
              <a:gd name="connsiteY1916" fmla="*/ 6655082 h 6858000"/>
              <a:gd name="connsiteX1917" fmla="*/ 940351 w 4346425"/>
              <a:gd name="connsiteY1917" fmla="*/ 6642462 h 6858000"/>
              <a:gd name="connsiteX1918" fmla="*/ 928934 w 4346425"/>
              <a:gd name="connsiteY1918" fmla="*/ 6659491 h 6858000"/>
              <a:gd name="connsiteX1919" fmla="*/ 981118 w 4346425"/>
              <a:gd name="connsiteY1919" fmla="*/ 6610008 h 6858000"/>
              <a:gd name="connsiteX1920" fmla="*/ 960904 w 4346425"/>
              <a:gd name="connsiteY1920" fmla="*/ 6622022 h 6858000"/>
              <a:gd name="connsiteX1921" fmla="*/ 992165 w 4346425"/>
              <a:gd name="connsiteY1921" fmla="*/ 6588305 h 6858000"/>
              <a:gd name="connsiteX1922" fmla="*/ 986853 w 4346425"/>
              <a:gd name="connsiteY1922" fmla="*/ 6601827 h 6858000"/>
              <a:gd name="connsiteX1923" fmla="*/ 1025223 w 4346425"/>
              <a:gd name="connsiteY1923" fmla="*/ 6577288 h 6858000"/>
              <a:gd name="connsiteX1924" fmla="*/ 994160 w 4346425"/>
              <a:gd name="connsiteY1924" fmla="*/ 6630475 h 6858000"/>
              <a:gd name="connsiteX1925" fmla="*/ 946217 w 4346425"/>
              <a:gd name="connsiteY1925" fmla="*/ 6669881 h 6858000"/>
              <a:gd name="connsiteX1926" fmla="*/ 961766 w 4346425"/>
              <a:gd name="connsiteY1926" fmla="*/ 6662603 h 6858000"/>
              <a:gd name="connsiteX1927" fmla="*/ 920255 w 4346425"/>
              <a:gd name="connsiteY1927" fmla="*/ 6706874 h 6858000"/>
              <a:gd name="connsiteX1928" fmla="*/ 907314 w 4346425"/>
              <a:gd name="connsiteY1928" fmla="*/ 6708907 h 6858000"/>
              <a:gd name="connsiteX1929" fmla="*/ 912614 w 4346425"/>
              <a:gd name="connsiteY1929" fmla="*/ 6712182 h 6858000"/>
              <a:gd name="connsiteX1930" fmla="*/ 910217 w 4346425"/>
              <a:gd name="connsiteY1930" fmla="*/ 6720099 h 6858000"/>
              <a:gd name="connsiteX1931" fmla="*/ 898909 w 4346425"/>
              <a:gd name="connsiteY1931" fmla="*/ 6717299 h 6858000"/>
              <a:gd name="connsiteX1932" fmla="*/ 877951 w 4346425"/>
              <a:gd name="connsiteY1932" fmla="*/ 6741131 h 6858000"/>
              <a:gd name="connsiteX1933" fmla="*/ 874081 w 4346425"/>
              <a:gd name="connsiteY1933" fmla="*/ 6755882 h 6858000"/>
              <a:gd name="connsiteX1934" fmla="*/ 862774 w 4346425"/>
              <a:gd name="connsiteY1934" fmla="*/ 6753083 h 6858000"/>
              <a:gd name="connsiteX1935" fmla="*/ 857672 w 4346425"/>
              <a:gd name="connsiteY1935" fmla="*/ 6769275 h 6858000"/>
              <a:gd name="connsiteX1936" fmla="*/ 842484 w 4346425"/>
              <a:gd name="connsiteY1936" fmla="*/ 6776861 h 6858000"/>
              <a:gd name="connsiteX1937" fmla="*/ 851165 w 4346425"/>
              <a:gd name="connsiteY1937" fmla="*/ 6776174 h 6858000"/>
              <a:gd name="connsiteX1938" fmla="*/ 826772 w 4346425"/>
              <a:gd name="connsiteY1938" fmla="*/ 6803300 h 6858000"/>
              <a:gd name="connsiteX1939" fmla="*/ 793245 w 4346425"/>
              <a:gd name="connsiteY1939" fmla="*/ 6833838 h 6858000"/>
              <a:gd name="connsiteX1940" fmla="*/ 778734 w 4346425"/>
              <a:gd name="connsiteY1940" fmla="*/ 6845738 h 6858000"/>
              <a:gd name="connsiteX1941" fmla="*/ 778297 w 4346425"/>
              <a:gd name="connsiteY1941" fmla="*/ 6857195 h 6858000"/>
              <a:gd name="connsiteX1942" fmla="*/ 776236 w 4346425"/>
              <a:gd name="connsiteY1942" fmla="*/ 6858000 h 6858000"/>
              <a:gd name="connsiteX1943" fmla="*/ 785085 w 4346425"/>
              <a:gd name="connsiteY1943" fmla="*/ 6858000 h 6858000"/>
              <a:gd name="connsiteX1944" fmla="*/ 786650 w 4346425"/>
              <a:gd name="connsiteY1944" fmla="*/ 6856423 h 6858000"/>
              <a:gd name="connsiteX1945" fmla="*/ 812522 w 4346425"/>
              <a:gd name="connsiteY1945" fmla="*/ 6839703 h 6858000"/>
              <a:gd name="connsiteX1946" fmla="*/ 856026 w 4346425"/>
              <a:gd name="connsiteY1946" fmla="*/ 6790907 h 6858000"/>
              <a:gd name="connsiteX1947" fmla="*/ 857064 w 4346425"/>
              <a:gd name="connsiteY1947" fmla="*/ 6795527 h 6858000"/>
              <a:gd name="connsiteX1948" fmla="*/ 961233 w 4346425"/>
              <a:gd name="connsiteY1948" fmla="*/ 6677090 h 6858000"/>
              <a:gd name="connsiteX1949" fmla="*/ 1032805 w 4346425"/>
              <a:gd name="connsiteY1949" fmla="*/ 6613642 h 6858000"/>
              <a:gd name="connsiteX1950" fmla="*/ 1683015 w 4346425"/>
              <a:gd name="connsiteY1950" fmla="*/ 5979300 h 6858000"/>
              <a:gd name="connsiteX1951" fmla="*/ 1377347 w 4346425"/>
              <a:gd name="connsiteY1951" fmla="*/ 6293756 h 6858000"/>
              <a:gd name="connsiteX1952" fmla="*/ 1378480 w 4346425"/>
              <a:gd name="connsiteY1952" fmla="*/ 6295346 h 6858000"/>
              <a:gd name="connsiteX1953" fmla="*/ 1032628 w 4346425"/>
              <a:gd name="connsiteY1953" fmla="*/ 6649602 h 6858000"/>
              <a:gd name="connsiteX1954" fmla="*/ 1031058 w 4346425"/>
              <a:gd name="connsiteY1954" fmla="*/ 6659468 h 6858000"/>
              <a:gd name="connsiteX1955" fmla="*/ 952926 w 4346425"/>
              <a:gd name="connsiteY1955" fmla="*/ 6729147 h 6858000"/>
              <a:gd name="connsiteX1956" fmla="*/ 853345 w 4346425"/>
              <a:gd name="connsiteY1956" fmla="*/ 6836004 h 6858000"/>
              <a:gd name="connsiteX1957" fmla="*/ 833947 w 4346425"/>
              <a:gd name="connsiteY1957" fmla="*/ 6858000 h 6858000"/>
              <a:gd name="connsiteX1958" fmla="*/ 868155 w 4346425"/>
              <a:gd name="connsiteY1958" fmla="*/ 6858000 h 6858000"/>
              <a:gd name="connsiteX1959" fmla="*/ 972531 w 4346425"/>
              <a:gd name="connsiteY1959" fmla="*/ 6752413 h 6858000"/>
              <a:gd name="connsiteX1960" fmla="*/ 1174757 w 4346425"/>
              <a:gd name="connsiteY1960" fmla="*/ 6552347 h 6858000"/>
              <a:gd name="connsiteX1961" fmla="*/ 1020036 w 4346425"/>
              <a:gd name="connsiteY1961" fmla="*/ 6715435 h 6858000"/>
              <a:gd name="connsiteX1962" fmla="*/ 1026469 w 4346425"/>
              <a:gd name="connsiteY1962" fmla="*/ 6720301 h 6858000"/>
              <a:gd name="connsiteX1963" fmla="*/ 989833 w 4346425"/>
              <a:gd name="connsiteY1963" fmla="*/ 6762506 h 6858000"/>
              <a:gd name="connsiteX1964" fmla="*/ 958574 w 4346425"/>
              <a:gd name="connsiteY1964" fmla="*/ 6796224 h 6858000"/>
              <a:gd name="connsiteX1965" fmla="*/ 1016397 w 4346425"/>
              <a:gd name="connsiteY1965" fmla="*/ 6741591 h 6858000"/>
              <a:gd name="connsiteX1966" fmla="*/ 1085795 w 4346425"/>
              <a:gd name="connsiteY1966" fmla="*/ 6671931 h 6858000"/>
              <a:gd name="connsiteX1967" fmla="*/ 1076453 w 4346425"/>
              <a:gd name="connsiteY1967" fmla="*/ 6698202 h 6858000"/>
              <a:gd name="connsiteX1968" fmla="*/ 1016984 w 4346425"/>
              <a:gd name="connsiteY1968" fmla="*/ 6774466 h 6858000"/>
              <a:gd name="connsiteX1969" fmla="*/ 1002506 w 4346425"/>
              <a:gd name="connsiteY1969" fmla="*/ 6778300 h 6858000"/>
              <a:gd name="connsiteX1970" fmla="*/ 1000171 w 4346425"/>
              <a:gd name="connsiteY1970" fmla="*/ 6791251 h 6858000"/>
              <a:gd name="connsiteX1971" fmla="*/ 991895 w 4346425"/>
              <a:gd name="connsiteY1971" fmla="*/ 6788547 h 6858000"/>
              <a:gd name="connsiteX1972" fmla="*/ 930706 w 4346425"/>
              <a:gd name="connsiteY1972" fmla="*/ 6839122 h 6858000"/>
              <a:gd name="connsiteX1973" fmla="*/ 921507 w 4346425"/>
              <a:gd name="connsiteY1973" fmla="*/ 6858000 h 6858000"/>
              <a:gd name="connsiteX1974" fmla="*/ 1025961 w 4346425"/>
              <a:gd name="connsiteY1974" fmla="*/ 6858000 h 6858000"/>
              <a:gd name="connsiteX1975" fmla="*/ 1026263 w 4346425"/>
              <a:gd name="connsiteY1975" fmla="*/ 6857717 h 6858000"/>
              <a:gd name="connsiteX1976" fmla="*/ 1023995 w 4346425"/>
              <a:gd name="connsiteY1976" fmla="*/ 6854537 h 6858000"/>
              <a:gd name="connsiteX1977" fmla="*/ 1138517 w 4346425"/>
              <a:gd name="connsiteY1977" fmla="*/ 6748046 h 6858000"/>
              <a:gd name="connsiteX1978" fmla="*/ 1107277 w 4346425"/>
              <a:gd name="connsiteY1978" fmla="*/ 6790496 h 6858000"/>
              <a:gd name="connsiteX1979" fmla="*/ 1128562 w 4346425"/>
              <a:gd name="connsiteY1979" fmla="*/ 6775038 h 6858000"/>
              <a:gd name="connsiteX1980" fmla="*/ 1364392 w 4346425"/>
              <a:gd name="connsiteY1980" fmla="*/ 6541698 h 6858000"/>
              <a:gd name="connsiteX1981" fmla="*/ 1633027 w 4346425"/>
              <a:gd name="connsiteY1981" fmla="*/ 6298371 h 6858000"/>
              <a:gd name="connsiteX1982" fmla="*/ 1335343 w 4346425"/>
              <a:gd name="connsiteY1982" fmla="*/ 6599093 h 6858000"/>
              <a:gd name="connsiteX1983" fmla="*/ 1217372 w 4346425"/>
              <a:gd name="connsiteY1983" fmla="*/ 6725677 h 6858000"/>
              <a:gd name="connsiteX1984" fmla="*/ 1237067 w 4346425"/>
              <a:gd name="connsiteY1984" fmla="*/ 6711352 h 6858000"/>
              <a:gd name="connsiteX1985" fmla="*/ 1224405 w 4346425"/>
              <a:gd name="connsiteY1985" fmla="*/ 6746621 h 6858000"/>
              <a:gd name="connsiteX1986" fmla="*/ 1213828 w 4346425"/>
              <a:gd name="connsiteY1986" fmla="*/ 6748802 h 6858000"/>
              <a:gd name="connsiteX1987" fmla="*/ 1213405 w 4346425"/>
              <a:gd name="connsiteY1987" fmla="*/ 6743461 h 6858000"/>
              <a:gd name="connsiteX1988" fmla="*/ 1178927 w 4346425"/>
              <a:gd name="connsiteY1988" fmla="*/ 6761979 h 6858000"/>
              <a:gd name="connsiteX1989" fmla="*/ 1192141 w 4346425"/>
              <a:gd name="connsiteY1989" fmla="*/ 6767652 h 6858000"/>
              <a:gd name="connsiteX1990" fmla="*/ 1108348 w 4346425"/>
              <a:gd name="connsiteY1990" fmla="*/ 6858000 h 6858000"/>
              <a:gd name="connsiteX1991" fmla="*/ 1120941 w 4346425"/>
              <a:gd name="connsiteY1991" fmla="*/ 6858000 h 6858000"/>
              <a:gd name="connsiteX1992" fmla="*/ 1225717 w 4346425"/>
              <a:gd name="connsiteY1992" fmla="*/ 6758947 h 6858000"/>
              <a:gd name="connsiteX1993" fmla="*/ 1308644 w 4346425"/>
              <a:gd name="connsiteY1993" fmla="*/ 6673434 h 6858000"/>
              <a:gd name="connsiteX1994" fmla="*/ 1312352 w 4346425"/>
              <a:gd name="connsiteY1994" fmla="*/ 6677843 h 6858000"/>
              <a:gd name="connsiteX1995" fmla="*/ 1347887 w 4346425"/>
              <a:gd name="connsiteY1995" fmla="*/ 6625983 h 6858000"/>
              <a:gd name="connsiteX1996" fmla="*/ 1416998 w 4346425"/>
              <a:gd name="connsiteY1996" fmla="*/ 6565416 h 6858000"/>
              <a:gd name="connsiteX1997" fmla="*/ 1532168 w 4346425"/>
              <a:gd name="connsiteY1997" fmla="*/ 6450140 h 6858000"/>
              <a:gd name="connsiteX1998" fmla="*/ 1529997 w 4346425"/>
              <a:gd name="connsiteY1998" fmla="*/ 6443928 h 6858000"/>
              <a:gd name="connsiteX1999" fmla="*/ 1577791 w 4346425"/>
              <a:gd name="connsiteY1999" fmla="*/ 6406886 h 6858000"/>
              <a:gd name="connsiteX2000" fmla="*/ 1576657 w 4346425"/>
              <a:gd name="connsiteY2000" fmla="*/ 6405296 h 6858000"/>
              <a:gd name="connsiteX2001" fmla="*/ 1629115 w 4346425"/>
              <a:gd name="connsiteY2001" fmla="*/ 6363518 h 6858000"/>
              <a:gd name="connsiteX2002" fmla="*/ 1766684 w 4346425"/>
              <a:gd name="connsiteY2002" fmla="*/ 6225639 h 6858000"/>
              <a:gd name="connsiteX2003" fmla="*/ 1765551 w 4346425"/>
              <a:gd name="connsiteY2003" fmla="*/ 6224049 h 6858000"/>
              <a:gd name="connsiteX2004" fmla="*/ 1873320 w 4346425"/>
              <a:gd name="connsiteY2004" fmla="*/ 6129851 h 6858000"/>
              <a:gd name="connsiteX2005" fmla="*/ 1940239 w 4346425"/>
              <a:gd name="connsiteY2005" fmla="*/ 6054340 h 6858000"/>
              <a:gd name="connsiteX2006" fmla="*/ 2116390 w 4346425"/>
              <a:gd name="connsiteY2006" fmla="*/ 5894594 h 6858000"/>
              <a:gd name="connsiteX2007" fmla="*/ 2115256 w 4346425"/>
              <a:gd name="connsiteY2007" fmla="*/ 5893005 h 6858000"/>
              <a:gd name="connsiteX2008" fmla="*/ 2226302 w 4346425"/>
              <a:gd name="connsiteY2008" fmla="*/ 5793508 h 6858000"/>
              <a:gd name="connsiteX2009" fmla="*/ 2406303 w 4346425"/>
              <a:gd name="connsiteY2009" fmla="*/ 5610277 h 6858000"/>
              <a:gd name="connsiteX2010" fmla="*/ 2463150 w 4346425"/>
              <a:gd name="connsiteY2010" fmla="*/ 5556058 h 6858000"/>
              <a:gd name="connsiteX2011" fmla="*/ 2464816 w 4346425"/>
              <a:gd name="connsiteY2011" fmla="*/ 5543160 h 6858000"/>
              <a:gd name="connsiteX2012" fmla="*/ 2489938 w 4346425"/>
              <a:gd name="connsiteY2012" fmla="*/ 5521014 h 6858000"/>
              <a:gd name="connsiteX2013" fmla="*/ 2494117 w 4346425"/>
              <a:gd name="connsiteY2013" fmla="*/ 5505901 h 6858000"/>
              <a:gd name="connsiteX2014" fmla="*/ 2533810 w 4346425"/>
              <a:gd name="connsiteY2014" fmla="*/ 5476893 h 6858000"/>
              <a:gd name="connsiteX2015" fmla="*/ 2588912 w 4346425"/>
              <a:gd name="connsiteY2015" fmla="*/ 5421801 h 6858000"/>
              <a:gd name="connsiteX2016" fmla="*/ 2587777 w 4346425"/>
              <a:gd name="connsiteY2016" fmla="*/ 5420211 h 6858000"/>
              <a:gd name="connsiteX2017" fmla="*/ 2648060 w 4346425"/>
              <a:gd name="connsiteY2017" fmla="*/ 5354670 h 6858000"/>
              <a:gd name="connsiteX2018" fmla="*/ 2658944 w 4346425"/>
              <a:gd name="connsiteY2018" fmla="*/ 5352129 h 6858000"/>
              <a:gd name="connsiteX2019" fmla="*/ 3909746 w 4346425"/>
              <a:gd name="connsiteY2019" fmla="*/ 3834411 h 6858000"/>
              <a:gd name="connsiteX2020" fmla="*/ 4135255 w 4346425"/>
              <a:gd name="connsiteY2020" fmla="*/ 3495695 h 6858000"/>
              <a:gd name="connsiteX2021" fmla="*/ 4093227 w 4346425"/>
              <a:gd name="connsiteY2021" fmla="*/ 3537654 h 6858000"/>
              <a:gd name="connsiteX2022" fmla="*/ 4117663 w 4346425"/>
              <a:gd name="connsiteY2022" fmla="*/ 3485665 h 6858000"/>
              <a:gd name="connsiteX2023" fmla="*/ 4077838 w 4346425"/>
              <a:gd name="connsiteY2023" fmla="*/ 3525774 h 6858000"/>
              <a:gd name="connsiteX2024" fmla="*/ 4073462 w 4346425"/>
              <a:gd name="connsiteY2024" fmla="*/ 3521417 h 6858000"/>
              <a:gd name="connsiteX2025" fmla="*/ 4141774 w 4346425"/>
              <a:gd name="connsiteY2025" fmla="*/ 3378605 h 6858000"/>
              <a:gd name="connsiteX2026" fmla="*/ 4127149 w 4346425"/>
              <a:gd name="connsiteY2026" fmla="*/ 3384803 h 6858000"/>
              <a:gd name="connsiteX2027" fmla="*/ 4123049 w 4346425"/>
              <a:gd name="connsiteY2027" fmla="*/ 3366986 h 6858000"/>
              <a:gd name="connsiteX2028" fmla="*/ 4100582 w 4346425"/>
              <a:gd name="connsiteY2028" fmla="*/ 3359024 h 6858000"/>
              <a:gd name="connsiteX2029" fmla="*/ 4050602 w 4346425"/>
              <a:gd name="connsiteY2029" fmla="*/ 3406654 h 6858000"/>
              <a:gd name="connsiteX2030" fmla="*/ 4061453 w 4346425"/>
              <a:gd name="connsiteY2030" fmla="*/ 3365482 h 6858000"/>
              <a:gd name="connsiteX2031" fmla="*/ 4011323 w 4346425"/>
              <a:gd name="connsiteY2031" fmla="*/ 3415475 h 6858000"/>
              <a:gd name="connsiteX2032" fmla="*/ 4046080 w 4346425"/>
              <a:gd name="connsiteY2032" fmla="*/ 3336800 h 6858000"/>
              <a:gd name="connsiteX2033" fmla="*/ 3942667 w 4346425"/>
              <a:gd name="connsiteY2033" fmla="*/ 3426621 h 6858000"/>
              <a:gd name="connsiteX2034" fmla="*/ 4001262 w 4346425"/>
              <a:gd name="connsiteY2034" fmla="*/ 3326575 h 6858000"/>
              <a:gd name="connsiteX2035" fmla="*/ 3988368 w 4346425"/>
              <a:gd name="connsiteY2035" fmla="*/ 3303745 h 6858000"/>
              <a:gd name="connsiteX2036" fmla="*/ 3953740 w 4346425"/>
              <a:gd name="connsiteY2036" fmla="*/ 3324627 h 6858000"/>
              <a:gd name="connsiteX2037" fmla="*/ 3959003 w 4346425"/>
              <a:gd name="connsiteY2037" fmla="*/ 3289271 h 6858000"/>
              <a:gd name="connsiteX2038" fmla="*/ 3938949 w 4346425"/>
              <a:gd name="connsiteY2038" fmla="*/ 3303291 h 6858000"/>
              <a:gd name="connsiteX2039" fmla="*/ 3944505 w 4346425"/>
              <a:gd name="connsiteY2039" fmla="*/ 3284374 h 6858000"/>
              <a:gd name="connsiteX2040" fmla="*/ 3915791 w 4346425"/>
              <a:gd name="connsiteY2040" fmla="*/ 3307812 h 6858000"/>
              <a:gd name="connsiteX2041" fmla="*/ 3922496 w 4346425"/>
              <a:gd name="connsiteY2041" fmla="*/ 3273686 h 6858000"/>
              <a:gd name="connsiteX2042" fmla="*/ 3898655 w 4346425"/>
              <a:gd name="connsiteY2042" fmla="*/ 3295059 h 6858000"/>
              <a:gd name="connsiteX2043" fmla="*/ 3898895 w 4346425"/>
              <a:gd name="connsiteY2043" fmla="*/ 3264133 h 6858000"/>
              <a:gd name="connsiteX2044" fmla="*/ 3937135 w 4346425"/>
              <a:gd name="connsiteY2044" fmla="*/ 3250691 h 6858000"/>
              <a:gd name="connsiteX2045" fmla="*/ 3912385 w 4346425"/>
              <a:gd name="connsiteY2045" fmla="*/ 3209650 h 6858000"/>
              <a:gd name="connsiteX2046" fmla="*/ 3928467 w 4346425"/>
              <a:gd name="connsiteY2046" fmla="*/ 3187884 h 6858000"/>
              <a:gd name="connsiteX2047" fmla="*/ 3932856 w 4346425"/>
              <a:gd name="connsiteY2047" fmla="*/ 3175445 h 6858000"/>
              <a:gd name="connsiteX2048" fmla="*/ 3967067 w 4346425"/>
              <a:gd name="connsiteY2048" fmla="*/ 3174751 h 6858000"/>
              <a:gd name="connsiteX2049" fmla="*/ 3955532 w 4346425"/>
              <a:gd name="connsiteY2049" fmla="*/ 3139383 h 6858000"/>
              <a:gd name="connsiteX2050" fmla="*/ 4014896 w 4346425"/>
              <a:gd name="connsiteY2050" fmla="*/ 3129642 h 6858000"/>
              <a:gd name="connsiteX2051" fmla="*/ 4071407 w 4346425"/>
              <a:gd name="connsiteY2051" fmla="*/ 3062682 h 6858000"/>
              <a:gd name="connsiteX2052" fmla="*/ 4017692 w 4346425"/>
              <a:gd name="connsiteY2052" fmla="*/ 3024943 h 6858000"/>
              <a:gd name="connsiteX2053" fmla="*/ 3960144 w 4346425"/>
              <a:gd name="connsiteY2053" fmla="*/ 3019421 h 6858000"/>
              <a:gd name="connsiteX2054" fmla="*/ 3932828 w 4346425"/>
              <a:gd name="connsiteY2054" fmla="*/ 2865372 h 6858000"/>
              <a:gd name="connsiteX2055" fmla="*/ 3882705 w 4346425"/>
              <a:gd name="connsiteY2055" fmla="*/ 2665088 h 6858000"/>
              <a:gd name="connsiteX2056" fmla="*/ 3792285 w 4346425"/>
              <a:gd name="connsiteY2056" fmla="*/ 2524435 h 6858000"/>
              <a:gd name="connsiteX2057" fmla="*/ 3751239 w 4346425"/>
              <a:gd name="connsiteY2057" fmla="*/ 2455793 h 6858000"/>
              <a:gd name="connsiteX2058" fmla="*/ 3733584 w 4346425"/>
              <a:gd name="connsiteY2058" fmla="*/ 2394034 h 6858000"/>
              <a:gd name="connsiteX2059" fmla="*/ 3717597 w 4346425"/>
              <a:gd name="connsiteY2059" fmla="*/ 2366073 h 6858000"/>
              <a:gd name="connsiteX2060" fmla="*/ 3664386 w 4346425"/>
              <a:gd name="connsiteY2060" fmla="*/ 2300747 h 6858000"/>
              <a:gd name="connsiteX2061" fmla="*/ 3641702 w 4346425"/>
              <a:gd name="connsiteY2061" fmla="*/ 2264581 h 6858000"/>
              <a:gd name="connsiteX2062" fmla="*/ 3494984 w 4346425"/>
              <a:gd name="connsiteY2062" fmla="*/ 2125696 h 6858000"/>
              <a:gd name="connsiteX2063" fmla="*/ 3453329 w 4346425"/>
              <a:gd name="connsiteY2063" fmla="*/ 2151167 h 6858000"/>
              <a:gd name="connsiteX2064" fmla="*/ 3500671 w 4346425"/>
              <a:gd name="connsiteY2064" fmla="*/ 2095683 h 6858000"/>
              <a:gd name="connsiteX2065" fmla="*/ 3461296 w 4346425"/>
              <a:gd name="connsiteY2065" fmla="*/ 2107536 h 6858000"/>
              <a:gd name="connsiteX2066" fmla="*/ 3462592 w 4346425"/>
              <a:gd name="connsiteY2066" fmla="*/ 2089964 h 6858000"/>
              <a:gd name="connsiteX2067" fmla="*/ 3345376 w 4346425"/>
              <a:gd name="connsiteY2067" fmla="*/ 2141240 h 6858000"/>
              <a:gd name="connsiteX2068" fmla="*/ 2936580 w 4346425"/>
              <a:gd name="connsiteY2068" fmla="*/ 2237512 h 6858000"/>
              <a:gd name="connsiteX2069" fmla="*/ 2892607 w 4346425"/>
              <a:gd name="connsiteY2069" fmla="*/ 2236192 h 6858000"/>
              <a:gd name="connsiteX2070" fmla="*/ 2898789 w 4346425"/>
              <a:gd name="connsiteY2070" fmla="*/ 2230079 h 6858000"/>
              <a:gd name="connsiteX2071" fmla="*/ 2973865 w 4346425"/>
              <a:gd name="connsiteY2071" fmla="*/ 2160650 h 6858000"/>
              <a:gd name="connsiteX2072" fmla="*/ 3016788 w 4346425"/>
              <a:gd name="connsiteY2072" fmla="*/ 2109124 h 6858000"/>
              <a:gd name="connsiteX2073" fmla="*/ 3018353 w 4346425"/>
              <a:gd name="connsiteY2073" fmla="*/ 2110293 h 6858000"/>
              <a:gd name="connsiteX2074" fmla="*/ 3056439 w 4346425"/>
              <a:gd name="connsiteY2074" fmla="*/ 2063326 h 6858000"/>
              <a:gd name="connsiteX2075" fmla="*/ 3062601 w 4346425"/>
              <a:gd name="connsiteY2075" fmla="*/ 2065633 h 6858000"/>
              <a:gd name="connsiteX2076" fmla="*/ 3180386 w 4346425"/>
              <a:gd name="connsiteY2076" fmla="*/ 1953029 h 6858000"/>
              <a:gd name="connsiteX2077" fmla="*/ 3242461 w 4346425"/>
              <a:gd name="connsiteY2077" fmla="*/ 1885269 h 6858000"/>
              <a:gd name="connsiteX2078" fmla="*/ 3295091 w 4346425"/>
              <a:gd name="connsiteY2078" fmla="*/ 1850885 h 6858000"/>
              <a:gd name="connsiteX2079" fmla="*/ 3290764 w 4346425"/>
              <a:gd name="connsiteY2079" fmla="*/ 1847080 h 6858000"/>
              <a:gd name="connsiteX2080" fmla="*/ 3378082 w 4346425"/>
              <a:gd name="connsiteY2080" fmla="*/ 1766058 h 6858000"/>
              <a:gd name="connsiteX2081" fmla="*/ 3650367 w 4346425"/>
              <a:gd name="connsiteY2081" fmla="*/ 1497447 h 6858000"/>
              <a:gd name="connsiteX2082" fmla="*/ 3387525 w 4346425"/>
              <a:gd name="connsiteY2082" fmla="*/ 1732682 h 6858000"/>
              <a:gd name="connsiteX2083" fmla="*/ 3382144 w 4346425"/>
              <a:gd name="connsiteY2083" fmla="*/ 1719345 h 6858000"/>
              <a:gd name="connsiteX2084" fmla="*/ 3362871 w 4346425"/>
              <a:gd name="connsiteY2084" fmla="*/ 1753407 h 6858000"/>
              <a:gd name="connsiteX2085" fmla="*/ 3368202 w 4346425"/>
              <a:gd name="connsiteY2085" fmla="*/ 1753948 h 6858000"/>
              <a:gd name="connsiteX2086" fmla="*/ 3365787 w 4346425"/>
              <a:gd name="connsiteY2086" fmla="*/ 1764474 h 6858000"/>
              <a:gd name="connsiteX2087" fmla="*/ 3330248 w 4346425"/>
              <a:gd name="connsiteY2087" fmla="*/ 1776356 h 6858000"/>
              <a:gd name="connsiteX2088" fmla="*/ 3345005 w 4346425"/>
              <a:gd name="connsiteY2088" fmla="*/ 1756982 h 6858000"/>
              <a:gd name="connsiteX2089" fmla="*/ 3215853 w 4346425"/>
              <a:gd name="connsiteY2089" fmla="*/ 1872137 h 6858000"/>
              <a:gd name="connsiteX2090" fmla="*/ 2908648 w 4346425"/>
              <a:gd name="connsiteY2090" fmla="*/ 2163125 h 6858000"/>
              <a:gd name="connsiteX2091" fmla="*/ 3157833 w 4346425"/>
              <a:gd name="connsiteY2091" fmla="*/ 1899914 h 6858000"/>
              <a:gd name="connsiteX2092" fmla="*/ 3396309 w 4346425"/>
              <a:gd name="connsiteY2092" fmla="*/ 1669280 h 6858000"/>
              <a:gd name="connsiteX2093" fmla="*/ 3412232 w 4346425"/>
              <a:gd name="connsiteY2093" fmla="*/ 1648341 h 6858000"/>
              <a:gd name="connsiteX2094" fmla="*/ 3369105 w 4346425"/>
              <a:gd name="connsiteY2094" fmla="*/ 1678639 h 6858000"/>
              <a:gd name="connsiteX2095" fmla="*/ 3478091 w 4346425"/>
              <a:gd name="connsiteY2095" fmla="*/ 1566489 h 6858000"/>
              <a:gd name="connsiteX2096" fmla="*/ 3481220 w 4346425"/>
              <a:gd name="connsiteY2096" fmla="*/ 1568826 h 6858000"/>
              <a:gd name="connsiteX2097" fmla="*/ 3720756 w 4346425"/>
              <a:gd name="connsiteY2097" fmla="*/ 1329000 h 6858000"/>
              <a:gd name="connsiteX2098" fmla="*/ 3927019 w 4346425"/>
              <a:gd name="connsiteY2098" fmla="*/ 1122405 h 6858000"/>
              <a:gd name="connsiteX2099" fmla="*/ 3923943 w 4346425"/>
              <a:gd name="connsiteY2099" fmla="*/ 1124787 h 6858000"/>
              <a:gd name="connsiteX2100" fmla="*/ 3856543 w 4346425"/>
              <a:gd name="connsiteY2100" fmla="*/ 1177029 h 6858000"/>
              <a:gd name="connsiteX2101" fmla="*/ 3926573 w 4346425"/>
              <a:gd name="connsiteY2101" fmla="*/ 1090551 h 6858000"/>
              <a:gd name="connsiteX2102" fmla="*/ 3835837 w 4346425"/>
              <a:gd name="connsiteY2102" fmla="*/ 1185364 h 6858000"/>
              <a:gd name="connsiteX2103" fmla="*/ 3699327 w 4346425"/>
              <a:gd name="connsiteY2103" fmla="*/ 1296743 h 6858000"/>
              <a:gd name="connsiteX2104" fmla="*/ 3896037 w 4346425"/>
              <a:gd name="connsiteY2104" fmla="*/ 1099573 h 6858000"/>
              <a:gd name="connsiteX2105" fmla="*/ 3609893 w 4346425"/>
              <a:gd name="connsiteY2105" fmla="*/ 1365432 h 6858000"/>
              <a:gd name="connsiteX2106" fmla="*/ 3579589 w 4346425"/>
              <a:gd name="connsiteY2106" fmla="*/ 1375488 h 6858000"/>
              <a:gd name="connsiteX2107" fmla="*/ 3515360 w 4346425"/>
              <a:gd name="connsiteY2107" fmla="*/ 1434615 h 6858000"/>
              <a:gd name="connsiteX2108" fmla="*/ 3500462 w 4346425"/>
              <a:gd name="connsiteY2108" fmla="*/ 1462053 h 6858000"/>
              <a:gd name="connsiteX2109" fmla="*/ 3496039 w 4346425"/>
              <a:gd name="connsiteY2109" fmla="*/ 1455882 h 6858000"/>
              <a:gd name="connsiteX2110" fmla="*/ 3490466 w 4346425"/>
              <a:gd name="connsiteY2110" fmla="*/ 1461039 h 6858000"/>
              <a:gd name="connsiteX2111" fmla="*/ 3412825 w 4346425"/>
              <a:gd name="connsiteY2111" fmla="*/ 1532944 h 6858000"/>
              <a:gd name="connsiteX2112" fmla="*/ 3415346 w 4346425"/>
              <a:gd name="connsiteY2112" fmla="*/ 1541277 h 6858000"/>
              <a:gd name="connsiteX2113" fmla="*/ 3402346 w 4346425"/>
              <a:gd name="connsiteY2113" fmla="*/ 1543327 h 6858000"/>
              <a:gd name="connsiteX2114" fmla="*/ 3398195 w 4346425"/>
              <a:gd name="connsiteY2114" fmla="*/ 1557716 h 6858000"/>
              <a:gd name="connsiteX2115" fmla="*/ 3320639 w 4346425"/>
              <a:gd name="connsiteY2115" fmla="*/ 1615492 h 6858000"/>
              <a:gd name="connsiteX2116" fmla="*/ 3294168 w 4346425"/>
              <a:gd name="connsiteY2116" fmla="*/ 1624254 h 6858000"/>
              <a:gd name="connsiteX2117" fmla="*/ 3365340 w 4346425"/>
              <a:gd name="connsiteY2117" fmla="*/ 1556405 h 6858000"/>
              <a:gd name="connsiteX2118" fmla="*/ 3421234 w 4346425"/>
              <a:gd name="connsiteY2118" fmla="*/ 1499799 h 6858000"/>
              <a:gd name="connsiteX2119" fmla="*/ 3386835 w 4346425"/>
              <a:gd name="connsiteY2119" fmla="*/ 1530309 h 6858000"/>
              <a:gd name="connsiteX2120" fmla="*/ 3343833 w 4346425"/>
              <a:gd name="connsiteY2120" fmla="*/ 1566006 h 6858000"/>
              <a:gd name="connsiteX2121" fmla="*/ 3339110 w 4346425"/>
              <a:gd name="connsiteY2121" fmla="*/ 1559467 h 6858000"/>
              <a:gd name="connsiteX2122" fmla="*/ 3172654 w 4346425"/>
              <a:gd name="connsiteY2122" fmla="*/ 1710559 h 6858000"/>
              <a:gd name="connsiteX2123" fmla="*/ 3576361 w 4346425"/>
              <a:gd name="connsiteY2123" fmla="*/ 1324332 h 6858000"/>
              <a:gd name="connsiteX2124" fmla="*/ 3694242 w 4346425"/>
              <a:gd name="connsiteY2124" fmla="*/ 1214095 h 6858000"/>
              <a:gd name="connsiteX2125" fmla="*/ 3718916 w 4346425"/>
              <a:gd name="connsiteY2125" fmla="*/ 1179905 h 6858000"/>
              <a:gd name="connsiteX2126" fmla="*/ 3720605 w 4346425"/>
              <a:gd name="connsiteY2126" fmla="*/ 1186472 h 6858000"/>
              <a:gd name="connsiteX2127" fmla="*/ 3804059 w 4346425"/>
              <a:gd name="connsiteY2127" fmla="*/ 1103712 h 6858000"/>
              <a:gd name="connsiteX2128" fmla="*/ 3805624 w 4346425"/>
              <a:gd name="connsiteY2128" fmla="*/ 1104880 h 6858000"/>
              <a:gd name="connsiteX2129" fmla="*/ 3907428 w 4346425"/>
              <a:gd name="connsiteY2129" fmla="*/ 1007150 h 6858000"/>
              <a:gd name="connsiteX2130" fmla="*/ 3880379 w 4346425"/>
              <a:gd name="connsiteY2130" fmla="*/ 1024942 h 6858000"/>
              <a:gd name="connsiteX2131" fmla="*/ 3969038 w 4346425"/>
              <a:gd name="connsiteY2131" fmla="*/ 937322 h 6858000"/>
              <a:gd name="connsiteX2132" fmla="*/ 3964343 w 4346425"/>
              <a:gd name="connsiteY2132" fmla="*/ 933818 h 6858000"/>
              <a:gd name="connsiteX2133" fmla="*/ 3579709 w 4346425"/>
              <a:gd name="connsiteY2133" fmla="*/ 1287981 h 6858000"/>
              <a:gd name="connsiteX2134" fmla="*/ 3584162 w 4346425"/>
              <a:gd name="connsiteY2134" fmla="*/ 1297184 h 6858000"/>
              <a:gd name="connsiteX2135" fmla="*/ 3504771 w 4346425"/>
              <a:gd name="connsiteY2135" fmla="*/ 1356458 h 6858000"/>
              <a:gd name="connsiteX2136" fmla="*/ 3516023 w 4346425"/>
              <a:gd name="connsiteY2136" fmla="*/ 1365003 h 6858000"/>
              <a:gd name="connsiteX2137" fmla="*/ 3496592 w 4346425"/>
              <a:gd name="connsiteY2137" fmla="*/ 1367410 h 6858000"/>
              <a:gd name="connsiteX2138" fmla="*/ 3354298 w 4346425"/>
              <a:gd name="connsiteY2138" fmla="*/ 1492676 h 6858000"/>
              <a:gd name="connsiteX2139" fmla="*/ 3282915 w 4346425"/>
              <a:gd name="connsiteY2139" fmla="*/ 1569255 h 6858000"/>
              <a:gd name="connsiteX2140" fmla="*/ 3273016 w 4346425"/>
              <a:gd name="connsiteY2140" fmla="*/ 1570607 h 6858000"/>
              <a:gd name="connsiteX2141" fmla="*/ 2911229 w 4346425"/>
              <a:gd name="connsiteY2141" fmla="*/ 1908574 h 6858000"/>
              <a:gd name="connsiteX2142" fmla="*/ 2909665 w 4346425"/>
              <a:gd name="connsiteY2142" fmla="*/ 1907406 h 6858000"/>
              <a:gd name="connsiteX2143" fmla="*/ 2664922 w 4346425"/>
              <a:gd name="connsiteY2143" fmla="*/ 2132620 h 6858000"/>
              <a:gd name="connsiteX2144" fmla="*/ 2628133 w 4346425"/>
              <a:gd name="connsiteY2144" fmla="*/ 2168005 h 6858000"/>
              <a:gd name="connsiteX2145" fmla="*/ 2625702 w 4346425"/>
              <a:gd name="connsiteY2145" fmla="*/ 2167607 h 6858000"/>
              <a:gd name="connsiteX2146" fmla="*/ 2752337 w 4346425"/>
              <a:gd name="connsiteY2146" fmla="*/ 2036476 h 6858000"/>
              <a:gd name="connsiteX2147" fmla="*/ 3237061 w 4346425"/>
              <a:gd name="connsiteY2147" fmla="*/ 1569992 h 6858000"/>
              <a:gd name="connsiteX2148" fmla="*/ 3302070 w 4346425"/>
              <a:gd name="connsiteY2148" fmla="*/ 1499836 h 6858000"/>
              <a:gd name="connsiteX2149" fmla="*/ 3422772 w 4346425"/>
              <a:gd name="connsiteY2149" fmla="*/ 1398299 h 6858000"/>
              <a:gd name="connsiteX2150" fmla="*/ 3418176 w 4346425"/>
              <a:gd name="connsiteY2150" fmla="*/ 1397160 h 6858000"/>
              <a:gd name="connsiteX2151" fmla="*/ 3467918 w 4346425"/>
              <a:gd name="connsiteY2151" fmla="*/ 1354741 h 6858000"/>
              <a:gd name="connsiteX2152" fmla="*/ 3548485 w 4346425"/>
              <a:gd name="connsiteY2152" fmla="*/ 1263946 h 6858000"/>
              <a:gd name="connsiteX2153" fmla="*/ 3530010 w 4346425"/>
              <a:gd name="connsiteY2153" fmla="*/ 1273517 h 6858000"/>
              <a:gd name="connsiteX2154" fmla="*/ 3532087 w 4346425"/>
              <a:gd name="connsiteY2154" fmla="*/ 1266323 h 6858000"/>
              <a:gd name="connsiteX2155" fmla="*/ 3494708 w 4346425"/>
              <a:gd name="connsiteY2155" fmla="*/ 1302579 h 6858000"/>
              <a:gd name="connsiteX2156" fmla="*/ 3488475 w 4346425"/>
              <a:gd name="connsiteY2156" fmla="*/ 1308328 h 6858000"/>
              <a:gd name="connsiteX2157" fmla="*/ 3491944 w 4346425"/>
              <a:gd name="connsiteY2157" fmla="*/ 1307022 h 6858000"/>
              <a:gd name="connsiteX2158" fmla="*/ 3486159 w 4346425"/>
              <a:gd name="connsiteY2158" fmla="*/ 1320910 h 6858000"/>
              <a:gd name="connsiteX2159" fmla="*/ 3474696 w 4346425"/>
              <a:gd name="connsiteY2159" fmla="*/ 1321094 h 6858000"/>
              <a:gd name="connsiteX2160" fmla="*/ 3462480 w 4346425"/>
              <a:gd name="connsiteY2160" fmla="*/ 1335340 h 6858000"/>
              <a:gd name="connsiteX2161" fmla="*/ 3431211 w 4346425"/>
              <a:gd name="connsiteY2161" fmla="*/ 1368186 h 6858000"/>
              <a:gd name="connsiteX2162" fmla="*/ 3403553 w 4346425"/>
              <a:gd name="connsiteY2162" fmla="*/ 1391975 h 6858000"/>
              <a:gd name="connsiteX2163" fmla="*/ 3404431 w 4346425"/>
              <a:gd name="connsiteY2163" fmla="*/ 1383312 h 6858000"/>
              <a:gd name="connsiteX2164" fmla="*/ 3396514 w 4346425"/>
              <a:gd name="connsiteY2164" fmla="*/ 1398329 h 6858000"/>
              <a:gd name="connsiteX2165" fmla="*/ 3380212 w 4346425"/>
              <a:gd name="connsiteY2165" fmla="*/ 1403072 h 6858000"/>
              <a:gd name="connsiteX2166" fmla="*/ 3382762 w 4346425"/>
              <a:gd name="connsiteY2166" fmla="*/ 1414439 h 6858000"/>
              <a:gd name="connsiteX2167" fmla="*/ 3367929 w 4346425"/>
              <a:gd name="connsiteY2167" fmla="*/ 1417984 h 6858000"/>
              <a:gd name="connsiteX2168" fmla="*/ 3343642 w 4346425"/>
              <a:gd name="connsiteY2168" fmla="*/ 1438411 h 6858000"/>
              <a:gd name="connsiteX2169" fmla="*/ 3346192 w 4346425"/>
              <a:gd name="connsiteY2169" fmla="*/ 1449778 h 6858000"/>
              <a:gd name="connsiteX2170" fmla="*/ 3338225 w 4346425"/>
              <a:gd name="connsiteY2170" fmla="*/ 1452000 h 6858000"/>
              <a:gd name="connsiteX2171" fmla="*/ 3335067 w 4346425"/>
              <a:gd name="connsiteY2171" fmla="*/ 1446630 h 6858000"/>
              <a:gd name="connsiteX2172" fmla="*/ 3332750 w 4346425"/>
              <a:gd name="connsiteY2172" fmla="*/ 1459523 h 6858000"/>
              <a:gd name="connsiteX2173" fmla="*/ 3287575 w 4346425"/>
              <a:gd name="connsiteY2173" fmla="*/ 1500048 h 6858000"/>
              <a:gd name="connsiteX2174" fmla="*/ 3295193 w 4346425"/>
              <a:gd name="connsiteY2174" fmla="*/ 1484664 h 6858000"/>
              <a:gd name="connsiteX2175" fmla="*/ 3254741 w 4346425"/>
              <a:gd name="connsiteY2175" fmla="*/ 1531728 h 6858000"/>
              <a:gd name="connsiteX2176" fmla="*/ 3200884 w 4346425"/>
              <a:gd name="connsiteY2176" fmla="*/ 1561612 h 6858000"/>
              <a:gd name="connsiteX2177" fmla="*/ 3226261 w 4346425"/>
              <a:gd name="connsiteY2177" fmla="*/ 1523792 h 6858000"/>
              <a:gd name="connsiteX2178" fmla="*/ 3212625 w 4346425"/>
              <a:gd name="connsiteY2178" fmla="*/ 1528804 h 6858000"/>
              <a:gd name="connsiteX2179" fmla="*/ 3247023 w 4346425"/>
              <a:gd name="connsiteY2179" fmla="*/ 1498294 h 6858000"/>
              <a:gd name="connsiteX2180" fmla="*/ 3234566 w 4346425"/>
              <a:gd name="connsiteY2180" fmla="*/ 1518237 h 6858000"/>
              <a:gd name="connsiteX2181" fmla="*/ 3285186 w 4346425"/>
              <a:gd name="connsiteY2181" fmla="*/ 1467155 h 6858000"/>
              <a:gd name="connsiteX2182" fmla="*/ 3267911 w 4346425"/>
              <a:gd name="connsiteY2182" fmla="*/ 1478196 h 6858000"/>
              <a:gd name="connsiteX2183" fmla="*/ 3280861 w 4346425"/>
              <a:gd name="connsiteY2183" fmla="*/ 1463351 h 6858000"/>
              <a:gd name="connsiteX2184" fmla="*/ 3276167 w 4346425"/>
              <a:gd name="connsiteY2184" fmla="*/ 1459846 h 6858000"/>
              <a:gd name="connsiteX2185" fmla="*/ 3263372 w 4346425"/>
              <a:gd name="connsiteY2185" fmla="*/ 1483121 h 6858000"/>
              <a:gd name="connsiteX2186" fmla="*/ 3241739 w 4346425"/>
              <a:gd name="connsiteY2186" fmla="*/ 1487323 h 6858000"/>
              <a:gd name="connsiteX2187" fmla="*/ 3244868 w 4346425"/>
              <a:gd name="connsiteY2187" fmla="*/ 1489660 h 6858000"/>
              <a:gd name="connsiteX2188" fmla="*/ 3194970 w 4346425"/>
              <a:gd name="connsiteY2188" fmla="*/ 1523648 h 6858000"/>
              <a:gd name="connsiteX2189" fmla="*/ 3263080 w 4346425"/>
              <a:gd name="connsiteY2189" fmla="*/ 1452796 h 6858000"/>
              <a:gd name="connsiteX2190" fmla="*/ 3092393 w 4346425"/>
              <a:gd name="connsiteY2190" fmla="*/ 1602450 h 6858000"/>
              <a:gd name="connsiteX2191" fmla="*/ 3182214 w 4346425"/>
              <a:gd name="connsiteY2191" fmla="*/ 1543225 h 6858000"/>
              <a:gd name="connsiteX2192" fmla="*/ 3159858 w 4346425"/>
              <a:gd name="connsiteY2192" fmla="*/ 1564520 h 6858000"/>
              <a:gd name="connsiteX2193" fmla="*/ 3177725 w 4346425"/>
              <a:gd name="connsiteY2193" fmla="*/ 1560945 h 6858000"/>
              <a:gd name="connsiteX2194" fmla="*/ 3132279 w 4346425"/>
              <a:gd name="connsiteY2194" fmla="*/ 1604137 h 6858000"/>
              <a:gd name="connsiteX2195" fmla="*/ 3160148 w 4346425"/>
              <a:gd name="connsiteY2195" fmla="*/ 1571620 h 6858000"/>
              <a:gd name="connsiteX2196" fmla="*/ 3155455 w 4346425"/>
              <a:gd name="connsiteY2196" fmla="*/ 1568113 h 6858000"/>
              <a:gd name="connsiteX2197" fmla="*/ 3079782 w 4346425"/>
              <a:gd name="connsiteY2197" fmla="*/ 1613962 h 6858000"/>
              <a:gd name="connsiteX2198" fmla="*/ 3080605 w 4346425"/>
              <a:gd name="connsiteY2198" fmla="*/ 1645686 h 6858000"/>
              <a:gd name="connsiteX2199" fmla="*/ 3057775 w 4346425"/>
              <a:gd name="connsiteY2199" fmla="*/ 1648421 h 6858000"/>
              <a:gd name="connsiteX2200" fmla="*/ 3056481 w 4346425"/>
              <a:gd name="connsiteY2200" fmla="*/ 1644587 h 6858000"/>
              <a:gd name="connsiteX2201" fmla="*/ 3073041 w 4346425"/>
              <a:gd name="connsiteY2201" fmla="*/ 1620685 h 6858000"/>
              <a:gd name="connsiteX2202" fmla="*/ 3017457 w 4346425"/>
              <a:gd name="connsiteY2202" fmla="*/ 1670926 h 6858000"/>
              <a:gd name="connsiteX2203" fmla="*/ 3021783 w 4346425"/>
              <a:gd name="connsiteY2203" fmla="*/ 1674732 h 6858000"/>
              <a:gd name="connsiteX2204" fmla="*/ 2995341 w 4346425"/>
              <a:gd name="connsiteY2204" fmla="*/ 1686525 h 6858000"/>
              <a:gd name="connsiteX2205" fmla="*/ 2952688 w 4346425"/>
              <a:gd name="connsiteY2205" fmla="*/ 1735384 h 6858000"/>
              <a:gd name="connsiteX2206" fmla="*/ 2674501 w 4346425"/>
              <a:gd name="connsiteY2206" fmla="*/ 1982527 h 6858000"/>
              <a:gd name="connsiteX2207" fmla="*/ 2970069 w 4346425"/>
              <a:gd name="connsiteY2207" fmla="*/ 1696753 h 6858000"/>
              <a:gd name="connsiteX2208" fmla="*/ 2960469 w 4346425"/>
              <a:gd name="connsiteY2208" fmla="*/ 1698473 h 6858000"/>
              <a:gd name="connsiteX2209" fmla="*/ 2577303 w 4346425"/>
              <a:gd name="connsiteY2209" fmla="*/ 2051439 h 6858000"/>
              <a:gd name="connsiteX2210" fmla="*/ 2564275 w 4346425"/>
              <a:gd name="connsiteY2210" fmla="*/ 2050454 h 6858000"/>
              <a:gd name="connsiteX2211" fmla="*/ 2559099 w 4346425"/>
              <a:gd name="connsiteY2211" fmla="*/ 2058346 h 6858000"/>
              <a:gd name="connsiteX2212" fmla="*/ 2570832 w 4346425"/>
              <a:gd name="connsiteY2212" fmla="*/ 2055496 h 6858000"/>
              <a:gd name="connsiteX2213" fmla="*/ 2570862 w 4346425"/>
              <a:gd name="connsiteY2213" fmla="*/ 2058528 h 6858000"/>
              <a:gd name="connsiteX2214" fmla="*/ 2553682 w 4346425"/>
              <a:gd name="connsiteY2214" fmla="*/ 2071933 h 6858000"/>
              <a:gd name="connsiteX2215" fmla="*/ 2553207 w 4346425"/>
              <a:gd name="connsiteY2215" fmla="*/ 2053373 h 6858000"/>
              <a:gd name="connsiteX2216" fmla="*/ 2706016 w 4346425"/>
              <a:gd name="connsiteY2216" fmla="*/ 1890797 h 6858000"/>
              <a:gd name="connsiteX2217" fmla="*/ 2828795 w 4346425"/>
              <a:gd name="connsiteY2217" fmla="*/ 1782067 h 6858000"/>
              <a:gd name="connsiteX2218" fmla="*/ 3060009 w 4346425"/>
              <a:gd name="connsiteY2218" fmla="*/ 1550022 h 6858000"/>
              <a:gd name="connsiteX2219" fmla="*/ 2913852 w 4346425"/>
              <a:gd name="connsiteY2219" fmla="*/ 1673549 h 6858000"/>
              <a:gd name="connsiteX2220" fmla="*/ 2910721 w 4346425"/>
              <a:gd name="connsiteY2220" fmla="*/ 1671213 h 6858000"/>
              <a:gd name="connsiteX2221" fmla="*/ 2953280 w 4346425"/>
              <a:gd name="connsiteY2221" fmla="*/ 1619987 h 6858000"/>
              <a:gd name="connsiteX2222" fmla="*/ 3019005 w 4346425"/>
              <a:gd name="connsiteY2222" fmla="*/ 1562695 h 6858000"/>
              <a:gd name="connsiteX2223" fmla="*/ 3020569 w 4346425"/>
              <a:gd name="connsiteY2223" fmla="*/ 1563863 h 6858000"/>
              <a:gd name="connsiteX2224" fmla="*/ 3136074 w 4346425"/>
              <a:gd name="connsiteY2224" fmla="*/ 1437227 h 6858000"/>
              <a:gd name="connsiteX2225" fmla="*/ 3090821 w 4346425"/>
              <a:gd name="connsiteY2225" fmla="*/ 1461924 h 6858000"/>
              <a:gd name="connsiteX2226" fmla="*/ 3061087 w 4346425"/>
              <a:gd name="connsiteY2226" fmla="*/ 1492906 h 6858000"/>
              <a:gd name="connsiteX2227" fmla="*/ 3065173 w 4346425"/>
              <a:gd name="connsiteY2227" fmla="*/ 1502409 h 6858000"/>
              <a:gd name="connsiteX2228" fmla="*/ 3021484 w 4346425"/>
              <a:gd name="connsiteY2228" fmla="*/ 1528276 h 6858000"/>
              <a:gd name="connsiteX2229" fmla="*/ 3030504 w 4346425"/>
              <a:gd name="connsiteY2229" fmla="*/ 1535585 h 6858000"/>
              <a:gd name="connsiteX2230" fmla="*/ 3013354 w 4346425"/>
              <a:gd name="connsiteY2230" fmla="*/ 1552023 h 6858000"/>
              <a:gd name="connsiteX2231" fmla="*/ 2809361 w 4346425"/>
              <a:gd name="connsiteY2231" fmla="*/ 1714794 h 6858000"/>
              <a:gd name="connsiteX2232" fmla="*/ 3127439 w 4346425"/>
              <a:gd name="connsiteY2232" fmla="*/ 1416155 h 6858000"/>
              <a:gd name="connsiteX2233" fmla="*/ 3129485 w 4346425"/>
              <a:gd name="connsiteY2233" fmla="*/ 1405927 h 6858000"/>
              <a:gd name="connsiteX2234" fmla="*/ 3407295 w 4346425"/>
              <a:gd name="connsiteY2234" fmla="*/ 1142589 h 6858000"/>
              <a:gd name="connsiteX2235" fmla="*/ 3385084 w 4346425"/>
              <a:gd name="connsiteY2235" fmla="*/ 1155822 h 6858000"/>
              <a:gd name="connsiteX2236" fmla="*/ 3392336 w 4346425"/>
              <a:gd name="connsiteY2236" fmla="*/ 1140736 h 6858000"/>
              <a:gd name="connsiteX2237" fmla="*/ 3373253 w 4346425"/>
              <a:gd name="connsiteY2237" fmla="*/ 1156305 h 6858000"/>
              <a:gd name="connsiteX2238" fmla="*/ 3381106 w 4346425"/>
              <a:gd name="connsiteY2238" fmla="*/ 1165180 h 6858000"/>
              <a:gd name="connsiteX2239" fmla="*/ 3342352 w 4346425"/>
              <a:gd name="connsiteY2239" fmla="*/ 1188853 h 6858000"/>
              <a:gd name="connsiteX2240" fmla="*/ 3340787 w 4346425"/>
              <a:gd name="connsiteY2240" fmla="*/ 1187684 h 6858000"/>
              <a:gd name="connsiteX2241" fmla="*/ 2961454 w 4346425"/>
              <a:gd name="connsiteY2241" fmla="*/ 1539357 h 6858000"/>
              <a:gd name="connsiteX2242" fmla="*/ 2843223 w 4346425"/>
              <a:gd name="connsiteY2242" fmla="*/ 1636431 h 6858000"/>
              <a:gd name="connsiteX2243" fmla="*/ 3026198 w 4346425"/>
              <a:gd name="connsiteY2243" fmla="*/ 1463480 h 6858000"/>
              <a:gd name="connsiteX2244" fmla="*/ 3013465 w 4346425"/>
              <a:gd name="connsiteY2244" fmla="*/ 1471248 h 6858000"/>
              <a:gd name="connsiteX2245" fmla="*/ 3010548 w 4346425"/>
              <a:gd name="connsiteY2245" fmla="*/ 1460182 h 6858000"/>
              <a:gd name="connsiteX2246" fmla="*/ 3000882 w 4346425"/>
              <a:gd name="connsiteY2246" fmla="*/ 1485794 h 6858000"/>
              <a:gd name="connsiteX2247" fmla="*/ 2971552 w 4346425"/>
              <a:gd name="connsiteY2247" fmla="*/ 1489552 h 6858000"/>
              <a:gd name="connsiteX2248" fmla="*/ 2968628 w 4346425"/>
              <a:gd name="connsiteY2248" fmla="*/ 1508442 h 6858000"/>
              <a:gd name="connsiteX2249" fmla="*/ 2964513 w 4346425"/>
              <a:gd name="connsiteY2249" fmla="*/ 1495907 h 6858000"/>
              <a:gd name="connsiteX2250" fmla="*/ 2946783 w 4346425"/>
              <a:gd name="connsiteY2250" fmla="*/ 1521375 h 6858000"/>
              <a:gd name="connsiteX2251" fmla="*/ 2933725 w 4346425"/>
              <a:gd name="connsiteY2251" fmla="*/ 1517359 h 6858000"/>
              <a:gd name="connsiteX2252" fmla="*/ 2882757 w 4346425"/>
              <a:gd name="connsiteY2252" fmla="*/ 1555277 h 6858000"/>
              <a:gd name="connsiteX2253" fmla="*/ 2849886 w 4346425"/>
              <a:gd name="connsiteY2253" fmla="*/ 1613881 h 6858000"/>
              <a:gd name="connsiteX2254" fmla="*/ 2812697 w 4346425"/>
              <a:gd name="connsiteY2254" fmla="*/ 1638722 h 6858000"/>
              <a:gd name="connsiteX2255" fmla="*/ 2817390 w 4346425"/>
              <a:gd name="connsiteY2255" fmla="*/ 1642227 h 6858000"/>
              <a:gd name="connsiteX2256" fmla="*/ 2749482 w 4346425"/>
              <a:gd name="connsiteY2256" fmla="*/ 1687852 h 6858000"/>
              <a:gd name="connsiteX2257" fmla="*/ 2813855 w 4346425"/>
              <a:gd name="connsiteY2257" fmla="*/ 1620662 h 6858000"/>
              <a:gd name="connsiteX2258" fmla="*/ 2780547 w 4346425"/>
              <a:gd name="connsiteY2258" fmla="*/ 1633780 h 6858000"/>
              <a:gd name="connsiteX2259" fmla="*/ 2824157 w 4346425"/>
              <a:gd name="connsiteY2259" fmla="*/ 1592086 h 6858000"/>
              <a:gd name="connsiteX2260" fmla="*/ 2819541 w 4346425"/>
              <a:gd name="connsiteY2260" fmla="*/ 1604408 h 6858000"/>
              <a:gd name="connsiteX2261" fmla="*/ 2868357 w 4346425"/>
              <a:gd name="connsiteY2261" fmla="*/ 1557856 h 6858000"/>
              <a:gd name="connsiteX2262" fmla="*/ 2837668 w 4346425"/>
              <a:gd name="connsiteY2262" fmla="*/ 1581673 h 6858000"/>
              <a:gd name="connsiteX2263" fmla="*/ 2883016 w 4346425"/>
              <a:gd name="connsiteY2263" fmla="*/ 1536117 h 6858000"/>
              <a:gd name="connsiteX2264" fmla="*/ 2877686 w 4346425"/>
              <a:gd name="connsiteY2264" fmla="*/ 1535576 h 6858000"/>
              <a:gd name="connsiteX2265" fmla="*/ 2886868 w 4346425"/>
              <a:gd name="connsiteY2265" fmla="*/ 1521359 h 6858000"/>
              <a:gd name="connsiteX2266" fmla="*/ 2828338 w 4346425"/>
              <a:gd name="connsiteY2266" fmla="*/ 1580728 h 6858000"/>
              <a:gd name="connsiteX2267" fmla="*/ 2827082 w 4346425"/>
              <a:gd name="connsiteY2267" fmla="*/ 1573195 h 6858000"/>
              <a:gd name="connsiteX2268" fmla="*/ 2787721 w 4346425"/>
              <a:gd name="connsiteY2268" fmla="*/ 1602865 h 6858000"/>
              <a:gd name="connsiteX2269" fmla="*/ 2790637 w 4346425"/>
              <a:gd name="connsiteY2269" fmla="*/ 1613933 h 6858000"/>
              <a:gd name="connsiteX2270" fmla="*/ 2731334 w 4346425"/>
              <a:gd name="connsiteY2270" fmla="*/ 1654372 h 6858000"/>
              <a:gd name="connsiteX2271" fmla="*/ 2768077 w 4346425"/>
              <a:gd name="connsiteY2271" fmla="*/ 1614002 h 6858000"/>
              <a:gd name="connsiteX2272" fmla="*/ 2874478 w 4346425"/>
              <a:gd name="connsiteY2272" fmla="*/ 1517410 h 6858000"/>
              <a:gd name="connsiteX2273" fmla="*/ 2868219 w 4346425"/>
              <a:gd name="connsiteY2273" fmla="*/ 1512737 h 6858000"/>
              <a:gd name="connsiteX2274" fmla="*/ 2645280 w 4346425"/>
              <a:gd name="connsiteY2274" fmla="*/ 1712969 h 6858000"/>
              <a:gd name="connsiteX2275" fmla="*/ 2805912 w 4346425"/>
              <a:gd name="connsiteY2275" fmla="*/ 1556238 h 6858000"/>
              <a:gd name="connsiteX2276" fmla="*/ 2772730 w 4346425"/>
              <a:gd name="connsiteY2276" fmla="*/ 1574753 h 6858000"/>
              <a:gd name="connsiteX2277" fmla="*/ 2903832 w 4346425"/>
              <a:gd name="connsiteY2277" fmla="*/ 1447006 h 6858000"/>
              <a:gd name="connsiteX2278" fmla="*/ 2902267 w 4346425"/>
              <a:gd name="connsiteY2278" fmla="*/ 1445837 h 6858000"/>
              <a:gd name="connsiteX2279" fmla="*/ 2876782 w 4346425"/>
              <a:gd name="connsiteY2279" fmla="*/ 1464795 h 6858000"/>
              <a:gd name="connsiteX2280" fmla="*/ 2892880 w 4346425"/>
              <a:gd name="connsiteY2280" fmla="*/ 1438827 h 6858000"/>
              <a:gd name="connsiteX2281" fmla="*/ 2872233 w 4346425"/>
              <a:gd name="connsiteY2281" fmla="*/ 1453226 h 6858000"/>
              <a:gd name="connsiteX2282" fmla="*/ 2894926 w 4346425"/>
              <a:gd name="connsiteY2282" fmla="*/ 1428599 h 6858000"/>
              <a:gd name="connsiteX2283" fmla="*/ 2933950 w 4346425"/>
              <a:gd name="connsiteY2283" fmla="*/ 1402260 h 6858000"/>
              <a:gd name="connsiteX2284" fmla="*/ 2900498 w 4346425"/>
              <a:gd name="connsiteY2284" fmla="*/ 1423441 h 6858000"/>
              <a:gd name="connsiteX2285" fmla="*/ 2948610 w 4346425"/>
              <a:gd name="connsiteY2285" fmla="*/ 1380521 h 6858000"/>
              <a:gd name="connsiteX2286" fmla="*/ 2949188 w 4346425"/>
              <a:gd name="connsiteY2286" fmla="*/ 1371490 h 6858000"/>
              <a:gd name="connsiteX2287" fmla="*/ 3142695 w 4346425"/>
              <a:gd name="connsiteY2287" fmla="*/ 1192215 h 6858000"/>
              <a:gd name="connsiteX2288" fmla="*/ 3222443 w 4346425"/>
              <a:gd name="connsiteY2288" fmla="*/ 1115843 h 6858000"/>
              <a:gd name="connsiteX2289" fmla="*/ 3207607 w 4346425"/>
              <a:gd name="connsiteY2289" fmla="*/ 1123438 h 6858000"/>
              <a:gd name="connsiteX2290" fmla="*/ 3184690 w 4346425"/>
              <a:gd name="connsiteY2290" fmla="*/ 1146949 h 6858000"/>
              <a:gd name="connsiteX2291" fmla="*/ 2985594 w 4346425"/>
              <a:gd name="connsiteY2291" fmla="*/ 1334452 h 6858000"/>
              <a:gd name="connsiteX2292" fmla="*/ 2940787 w 4346425"/>
              <a:gd name="connsiteY2292" fmla="*/ 1374679 h 6858000"/>
              <a:gd name="connsiteX2293" fmla="*/ 2627467 w 4346425"/>
              <a:gd name="connsiteY2293" fmla="*/ 1652931 h 6858000"/>
              <a:gd name="connsiteX2294" fmla="*/ 2606946 w 4346425"/>
              <a:gd name="connsiteY2294" fmla="*/ 1672729 h 6858000"/>
              <a:gd name="connsiteX2295" fmla="*/ 2415143 w 4346425"/>
              <a:gd name="connsiteY2295" fmla="*/ 1864674 h 6858000"/>
              <a:gd name="connsiteX2296" fmla="*/ 2338080 w 4346425"/>
              <a:gd name="connsiteY2296" fmla="*/ 1927549 h 6858000"/>
              <a:gd name="connsiteX2297" fmla="*/ 3014630 w 4346425"/>
              <a:gd name="connsiteY2297" fmla="*/ 1277143 h 6858000"/>
              <a:gd name="connsiteX2298" fmla="*/ 2982617 w 4346425"/>
              <a:gd name="connsiteY2298" fmla="*/ 1294094 h 6858000"/>
              <a:gd name="connsiteX2299" fmla="*/ 2986499 w 4346425"/>
              <a:gd name="connsiteY2299" fmla="*/ 1282370 h 6858000"/>
              <a:gd name="connsiteX2300" fmla="*/ 2965467 w 4346425"/>
              <a:gd name="connsiteY2300" fmla="*/ 1310532 h 6858000"/>
              <a:gd name="connsiteX2301" fmla="*/ 2930209 w 4346425"/>
              <a:gd name="connsiteY2301" fmla="*/ 1336243 h 6858000"/>
              <a:gd name="connsiteX2302" fmla="*/ 2939529 w 4346425"/>
              <a:gd name="connsiteY2302" fmla="*/ 1343920 h 6858000"/>
              <a:gd name="connsiteX2303" fmla="*/ 2805219 w 4346425"/>
              <a:gd name="connsiteY2303" fmla="*/ 1453502 h 6858000"/>
              <a:gd name="connsiteX2304" fmla="*/ 2784940 w 4346425"/>
              <a:gd name="connsiteY2304" fmla="*/ 1467602 h 6858000"/>
              <a:gd name="connsiteX2305" fmla="*/ 2987985 w 4346425"/>
              <a:gd name="connsiteY2305" fmla="*/ 1267710 h 6858000"/>
              <a:gd name="connsiteX2306" fmla="*/ 2931394 w 4346425"/>
              <a:gd name="connsiteY2306" fmla="*/ 1297988 h 6858000"/>
              <a:gd name="connsiteX2307" fmla="*/ 2931868 w 4346425"/>
              <a:gd name="connsiteY2307" fmla="*/ 1316551 h 6858000"/>
              <a:gd name="connsiteX2308" fmla="*/ 2924142 w 4346425"/>
              <a:gd name="connsiteY2308" fmla="*/ 1313075 h 6858000"/>
              <a:gd name="connsiteX2309" fmla="*/ 2833076 w 4346425"/>
              <a:gd name="connsiteY2309" fmla="*/ 1381262 h 6858000"/>
              <a:gd name="connsiteX2310" fmla="*/ 2840532 w 4346425"/>
              <a:gd name="connsiteY2310" fmla="*/ 1387404 h 6858000"/>
              <a:gd name="connsiteX2311" fmla="*/ 2795725 w 4346425"/>
              <a:gd name="connsiteY2311" fmla="*/ 1427630 h 6858000"/>
              <a:gd name="connsiteX2312" fmla="*/ 2789497 w 4346425"/>
              <a:gd name="connsiteY2312" fmla="*/ 1449215 h 6858000"/>
              <a:gd name="connsiteX2313" fmla="*/ 2747228 w 4346425"/>
              <a:gd name="connsiteY2313" fmla="*/ 1484313 h 6858000"/>
              <a:gd name="connsiteX2314" fmla="*/ 2750152 w 4346425"/>
              <a:gd name="connsiteY2314" fmla="*/ 1474735 h 6858000"/>
              <a:gd name="connsiteX2315" fmla="*/ 2750092 w 4346425"/>
              <a:gd name="connsiteY2315" fmla="*/ 1474794 h 6858000"/>
              <a:gd name="connsiteX2316" fmla="*/ 2656066 w 4346425"/>
              <a:gd name="connsiteY2316" fmla="*/ 1550133 h 6858000"/>
              <a:gd name="connsiteX2317" fmla="*/ 2656307 w 4346425"/>
              <a:gd name="connsiteY2317" fmla="*/ 1544436 h 6858000"/>
              <a:gd name="connsiteX2318" fmla="*/ 2670087 w 4346425"/>
              <a:gd name="connsiteY2318" fmla="*/ 1531358 h 6858000"/>
              <a:gd name="connsiteX2319" fmla="*/ 2662361 w 4346425"/>
              <a:gd name="connsiteY2319" fmla="*/ 1527883 h 6858000"/>
              <a:gd name="connsiteX2320" fmla="*/ 2702853 w 4346425"/>
              <a:gd name="connsiteY2320" fmla="*/ 1500347 h 6858000"/>
              <a:gd name="connsiteX2321" fmla="*/ 2707951 w 4346425"/>
              <a:gd name="connsiteY2321" fmla="*/ 1476627 h 6858000"/>
              <a:gd name="connsiteX2322" fmla="*/ 2613256 w 4346425"/>
              <a:gd name="connsiteY2322" fmla="*/ 1567336 h 6858000"/>
              <a:gd name="connsiteX2323" fmla="*/ 2603356 w 4346425"/>
              <a:gd name="connsiteY2323" fmla="*/ 1568689 h 6858000"/>
              <a:gd name="connsiteX2324" fmla="*/ 2720918 w 4346425"/>
              <a:gd name="connsiteY2324" fmla="*/ 1448321 h 6858000"/>
              <a:gd name="connsiteX2325" fmla="*/ 3125329 w 4346425"/>
              <a:gd name="connsiteY2325" fmla="*/ 1058462 h 6858000"/>
              <a:gd name="connsiteX2326" fmla="*/ 3110834 w 4346425"/>
              <a:gd name="connsiteY2326" fmla="*/ 1058675 h 6858000"/>
              <a:gd name="connsiteX2327" fmla="*/ 3090072 w 4346425"/>
              <a:gd name="connsiteY2327" fmla="*/ 1084172 h 6858000"/>
              <a:gd name="connsiteX2328" fmla="*/ 2723128 w 4346425"/>
              <a:gd name="connsiteY2328" fmla="*/ 1416567 h 6858000"/>
              <a:gd name="connsiteX2329" fmla="*/ 2707068 w 4346425"/>
              <a:gd name="connsiteY2329" fmla="*/ 1415612 h 6858000"/>
              <a:gd name="connsiteX2330" fmla="*/ 3057006 w 4346425"/>
              <a:gd name="connsiteY2330" fmla="*/ 1091591 h 6858000"/>
              <a:gd name="connsiteX2331" fmla="*/ 3057884 w 4346425"/>
              <a:gd name="connsiteY2331" fmla="*/ 1082928 h 6858000"/>
              <a:gd name="connsiteX2332" fmla="*/ 3101475 w 4346425"/>
              <a:gd name="connsiteY2332" fmla="*/ 1054697 h 6858000"/>
              <a:gd name="connsiteX2333" fmla="*/ 3119234 w 4346425"/>
              <a:gd name="connsiteY2333" fmla="*/ 1032261 h 6858000"/>
              <a:gd name="connsiteX2334" fmla="*/ 3094019 w 4346425"/>
              <a:gd name="connsiteY2334" fmla="*/ 1048556 h 6858000"/>
              <a:gd name="connsiteX2335" fmla="*/ 3094357 w 4346425"/>
              <a:gd name="connsiteY2335" fmla="*/ 1045223 h 6858000"/>
              <a:gd name="connsiteX2336" fmla="*/ 3074348 w 4346425"/>
              <a:gd name="connsiteY2336" fmla="*/ 1056660 h 6858000"/>
              <a:gd name="connsiteX2337" fmla="*/ 3088610 w 4346425"/>
              <a:gd name="connsiteY2337" fmla="*/ 1032186 h 6858000"/>
              <a:gd name="connsiteX2338" fmla="*/ 3023774 w 4346425"/>
              <a:gd name="connsiteY2338" fmla="*/ 1097310 h 6858000"/>
              <a:gd name="connsiteX2339" fmla="*/ 3052658 w 4346425"/>
              <a:gd name="connsiteY2339" fmla="*/ 1078023 h 6858000"/>
              <a:gd name="connsiteX2340" fmla="*/ 3006778 w 4346425"/>
              <a:gd name="connsiteY2340" fmla="*/ 1122180 h 6858000"/>
              <a:gd name="connsiteX2341" fmla="*/ 3007261 w 4346425"/>
              <a:gd name="connsiteY2341" fmla="*/ 1110783 h 6858000"/>
              <a:gd name="connsiteX2342" fmla="*/ 2980212 w 4346425"/>
              <a:gd name="connsiteY2342" fmla="*/ 1128574 h 6858000"/>
              <a:gd name="connsiteX2343" fmla="*/ 3030339 w 4346425"/>
              <a:gd name="connsiteY2343" fmla="*/ 1072394 h 6858000"/>
              <a:gd name="connsiteX2344" fmla="*/ 3025646 w 4346425"/>
              <a:gd name="connsiteY2344" fmla="*/ 1068889 h 6858000"/>
              <a:gd name="connsiteX2345" fmla="*/ 3084939 w 4346425"/>
              <a:gd name="connsiteY2345" fmla="*/ 1011954 h 6858000"/>
              <a:gd name="connsiteX2346" fmla="*/ 3072782 w 4346425"/>
              <a:gd name="connsiteY2346" fmla="*/ 1032265 h 6858000"/>
              <a:gd name="connsiteX2347" fmla="*/ 3101841 w 4346425"/>
              <a:gd name="connsiteY2347" fmla="*/ 1031172 h 6858000"/>
              <a:gd name="connsiteX2348" fmla="*/ 3114298 w 4346425"/>
              <a:gd name="connsiteY2348" fmla="*/ 1011227 h 6858000"/>
              <a:gd name="connsiteX2349" fmla="*/ 3097659 w 4346425"/>
              <a:gd name="connsiteY2349" fmla="*/ 1019302 h 6858000"/>
              <a:gd name="connsiteX2350" fmla="*/ 3097997 w 4346425"/>
              <a:gd name="connsiteY2350" fmla="*/ 1015970 h 6858000"/>
              <a:gd name="connsiteX2351" fmla="*/ 3129546 w 4346425"/>
              <a:gd name="connsiteY2351" fmla="*/ 996953 h 6858000"/>
              <a:gd name="connsiteX2352" fmla="*/ 3124853 w 4346425"/>
              <a:gd name="connsiteY2352" fmla="*/ 993448 h 6858000"/>
              <a:gd name="connsiteX2353" fmla="*/ 3199354 w 4346425"/>
              <a:gd name="connsiteY2353" fmla="*/ 902711 h 6858000"/>
              <a:gd name="connsiteX2354" fmla="*/ 3194361 w 4346425"/>
              <a:gd name="connsiteY2354" fmla="*/ 898839 h 6858000"/>
              <a:gd name="connsiteX2355" fmla="*/ 3124349 w 4346425"/>
              <a:gd name="connsiteY2355" fmla="*/ 971854 h 6858000"/>
              <a:gd name="connsiteX2356" fmla="*/ 3105219 w 4346425"/>
              <a:gd name="connsiteY2356" fmla="*/ 997853 h 6858000"/>
              <a:gd name="connsiteX2357" fmla="*/ 3088821 w 4346425"/>
              <a:gd name="connsiteY2357" fmla="*/ 1000230 h 6858000"/>
              <a:gd name="connsiteX2358" fmla="*/ 3051276 w 4346425"/>
              <a:gd name="connsiteY2358" fmla="*/ 1041866 h 6858000"/>
              <a:gd name="connsiteX2359" fmla="*/ 2993903 w 4346425"/>
              <a:gd name="connsiteY2359" fmla="*/ 1083174 h 6858000"/>
              <a:gd name="connsiteX2360" fmla="*/ 2564730 w 4346425"/>
              <a:gd name="connsiteY2360" fmla="*/ 1474898 h 6858000"/>
              <a:gd name="connsiteX2361" fmla="*/ 2555199 w 4346425"/>
              <a:gd name="connsiteY2361" fmla="*/ 1475953 h 6858000"/>
              <a:gd name="connsiteX2362" fmla="*/ 2903686 w 4346425"/>
              <a:gd name="connsiteY2362" fmla="*/ 1139667 h 6858000"/>
              <a:gd name="connsiteX2363" fmla="*/ 2900557 w 4346425"/>
              <a:gd name="connsiteY2363" fmla="*/ 1137329 h 6858000"/>
              <a:gd name="connsiteX2364" fmla="*/ 2895353 w 4346425"/>
              <a:gd name="connsiteY2364" fmla="*/ 1142188 h 6858000"/>
              <a:gd name="connsiteX2365" fmla="*/ 2898482 w 4346425"/>
              <a:gd name="connsiteY2365" fmla="*/ 1144525 h 6858000"/>
              <a:gd name="connsiteX2366" fmla="*/ 2875410 w 4346425"/>
              <a:gd name="connsiteY2366" fmla="*/ 1152957 h 6858000"/>
              <a:gd name="connsiteX2367" fmla="*/ 2970599 w 4346425"/>
              <a:gd name="connsiteY2367" fmla="*/ 1067346 h 6858000"/>
              <a:gd name="connsiteX2368" fmla="*/ 2962597 w 4346425"/>
              <a:gd name="connsiteY2368" fmla="*/ 1085000 h 6858000"/>
              <a:gd name="connsiteX2369" fmla="*/ 2973632 w 4346425"/>
              <a:gd name="connsiteY2369" fmla="*/ 1067318 h 6858000"/>
              <a:gd name="connsiteX2370" fmla="*/ 2992075 w 4346425"/>
              <a:gd name="connsiteY2370" fmla="*/ 1054714 h 6858000"/>
              <a:gd name="connsiteX2371" fmla="*/ 2991197 w 4346425"/>
              <a:gd name="connsiteY2371" fmla="*/ 1063377 h 6858000"/>
              <a:gd name="connsiteX2372" fmla="*/ 3023297 w 4346425"/>
              <a:gd name="connsiteY2372" fmla="*/ 1032296 h 6858000"/>
              <a:gd name="connsiteX2373" fmla="*/ 3003654 w 4346425"/>
              <a:gd name="connsiteY2373" fmla="*/ 1043433 h 6858000"/>
              <a:gd name="connsiteX2374" fmla="*/ 3039537 w 4346425"/>
              <a:gd name="connsiteY2374" fmla="*/ 1005752 h 6858000"/>
              <a:gd name="connsiteX2375" fmla="*/ 3064360 w 4346425"/>
              <a:gd name="connsiteY2375" fmla="*/ 988782 h 6858000"/>
              <a:gd name="connsiteX2376" fmla="*/ 3063344 w 4346425"/>
              <a:gd name="connsiteY2376" fmla="*/ 989232 h 6858000"/>
              <a:gd name="connsiteX2377" fmla="*/ 3065149 w 4346425"/>
              <a:gd name="connsiteY2377" fmla="*/ 984702 h 6858000"/>
              <a:gd name="connsiteX2378" fmla="*/ 3095231 w 4346425"/>
              <a:gd name="connsiteY2378" fmla="*/ 966882 h 6858000"/>
              <a:gd name="connsiteX2379" fmla="*/ 3133048 w 4346425"/>
              <a:gd name="connsiteY2379" fmla="*/ 922581 h 6858000"/>
              <a:gd name="connsiteX2380" fmla="*/ 3132507 w 4346425"/>
              <a:gd name="connsiteY2380" fmla="*/ 927912 h 6858000"/>
              <a:gd name="connsiteX2381" fmla="*/ 3153027 w 4346425"/>
              <a:gd name="connsiteY2381" fmla="*/ 908113 h 6858000"/>
              <a:gd name="connsiteX2382" fmla="*/ 3149899 w 4346425"/>
              <a:gd name="connsiteY2382" fmla="*/ 905776 h 6858000"/>
              <a:gd name="connsiteX2383" fmla="*/ 3224778 w 4346425"/>
              <a:gd name="connsiteY2383" fmla="*/ 831235 h 6858000"/>
              <a:gd name="connsiteX2384" fmla="*/ 3246796 w 4346425"/>
              <a:gd name="connsiteY2384" fmla="*/ 813270 h 6858000"/>
              <a:gd name="connsiteX2385" fmla="*/ 3268244 w 4346425"/>
              <a:gd name="connsiteY2385" fmla="*/ 797604 h 6858000"/>
              <a:gd name="connsiteX2386" fmla="*/ 3268032 w 4346425"/>
              <a:gd name="connsiteY2386" fmla="*/ 806335 h 6858000"/>
              <a:gd name="connsiteX2387" fmla="*/ 3296761 w 4346425"/>
              <a:gd name="connsiteY2387" fmla="*/ 778616 h 6858000"/>
              <a:gd name="connsiteX2388" fmla="*/ 3471221 w 4346425"/>
              <a:gd name="connsiteY2388" fmla="*/ 598377 h 6858000"/>
              <a:gd name="connsiteX2389" fmla="*/ 3482656 w 4346425"/>
              <a:gd name="connsiteY2389" fmla="*/ 595160 h 6858000"/>
              <a:gd name="connsiteX2390" fmla="*/ 3476396 w 4346425"/>
              <a:gd name="connsiteY2390" fmla="*/ 590487 h 6858000"/>
              <a:gd name="connsiteX2391" fmla="*/ 3494601 w 4346425"/>
              <a:gd name="connsiteY2391" fmla="*/ 583581 h 6858000"/>
              <a:gd name="connsiteX2392" fmla="*/ 3574318 w 4346425"/>
              <a:gd name="connsiteY2392" fmla="*/ 504481 h 6858000"/>
              <a:gd name="connsiteX2393" fmla="*/ 3572994 w 4346425"/>
              <a:gd name="connsiteY2393" fmla="*/ 497615 h 6858000"/>
              <a:gd name="connsiteX2394" fmla="*/ 3612164 w 4346425"/>
              <a:gd name="connsiteY2394" fmla="*/ 463212 h 6858000"/>
              <a:gd name="connsiteX2395" fmla="*/ 3984306 w 4346425"/>
              <a:gd name="connsiteY2395" fmla="*/ 33055 h 6858000"/>
              <a:gd name="connsiteX2396" fmla="*/ 3940329 w 4346425"/>
              <a:gd name="connsiteY2396" fmla="*/ 75049 h 6858000"/>
              <a:gd name="connsiteX2397" fmla="*/ 3527984 w 4346425"/>
              <a:gd name="connsiteY2397" fmla="*/ 516614 h 6858000"/>
              <a:gd name="connsiteX2398" fmla="*/ 3684529 w 4346425"/>
              <a:gd name="connsiteY2398" fmla="*/ 350379 h 6858000"/>
              <a:gd name="connsiteX2399" fmla="*/ 3799976 w 4346425"/>
              <a:gd name="connsiteY2399" fmla="*/ 217679 h 6858000"/>
              <a:gd name="connsiteX2400" fmla="*/ 3790319 w 4346425"/>
              <a:gd name="connsiteY2400" fmla="*/ 213334 h 6858000"/>
              <a:gd name="connsiteX2401" fmla="*/ 3830529 w 4346425"/>
              <a:gd name="connsiteY2401" fmla="*/ 171969 h 6858000"/>
              <a:gd name="connsiteX2402" fmla="*/ 3868190 w 4346425"/>
              <a:gd name="connsiteY2402" fmla="*/ 119236 h 6858000"/>
              <a:gd name="connsiteX2403" fmla="*/ 3690746 w 4346425"/>
              <a:gd name="connsiteY2403" fmla="*/ 289074 h 6858000"/>
              <a:gd name="connsiteX2404" fmla="*/ 3890384 w 4346425"/>
              <a:gd name="connsiteY2404" fmla="*/ 712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</a:cxnLst>
            <a:rect l="l" t="t" r="r" b="b"/>
            <a:pathLst>
              <a:path w="4346425" h="6858000">
                <a:moveTo>
                  <a:pt x="903230" y="6856709"/>
                </a:moveTo>
                <a:lnTo>
                  <a:pt x="898044" y="6858000"/>
                </a:lnTo>
                <a:lnTo>
                  <a:pt x="901976" y="6858000"/>
                </a:lnTo>
                <a:close/>
                <a:moveTo>
                  <a:pt x="528636" y="6856470"/>
                </a:moveTo>
                <a:lnTo>
                  <a:pt x="524537" y="6858000"/>
                </a:lnTo>
                <a:lnTo>
                  <a:pt x="525872" y="6858000"/>
                </a:lnTo>
                <a:close/>
                <a:moveTo>
                  <a:pt x="773762" y="6850834"/>
                </a:moveTo>
                <a:cubicBezTo>
                  <a:pt x="771891" y="6852662"/>
                  <a:pt x="769146" y="6854056"/>
                  <a:pt x="767057" y="6855775"/>
                </a:cubicBezTo>
                <a:lnTo>
                  <a:pt x="766162" y="6858000"/>
                </a:lnTo>
                <a:lnTo>
                  <a:pt x="766855" y="6858000"/>
                </a:lnTo>
                <a:close/>
                <a:moveTo>
                  <a:pt x="736872" y="6847373"/>
                </a:moveTo>
                <a:lnTo>
                  <a:pt x="719425" y="6856145"/>
                </a:lnTo>
                <a:lnTo>
                  <a:pt x="718552" y="6858000"/>
                </a:lnTo>
                <a:lnTo>
                  <a:pt x="721506" y="6858000"/>
                </a:lnTo>
                <a:close/>
                <a:moveTo>
                  <a:pt x="754783" y="6840243"/>
                </a:moveTo>
                <a:lnTo>
                  <a:pt x="739562" y="6855894"/>
                </a:lnTo>
                <a:lnTo>
                  <a:pt x="740695" y="6857484"/>
                </a:lnTo>
                <a:lnTo>
                  <a:pt x="755917" y="6841833"/>
                </a:lnTo>
                <a:close/>
                <a:moveTo>
                  <a:pt x="440600" y="6839253"/>
                </a:moveTo>
                <a:lnTo>
                  <a:pt x="429523" y="6847857"/>
                </a:lnTo>
                <a:lnTo>
                  <a:pt x="424192" y="6852647"/>
                </a:lnTo>
                <a:close/>
                <a:moveTo>
                  <a:pt x="903753" y="6837855"/>
                </a:moveTo>
                <a:lnTo>
                  <a:pt x="886785" y="6858000"/>
                </a:lnTo>
                <a:lnTo>
                  <a:pt x="895595" y="6858000"/>
                </a:lnTo>
                <a:lnTo>
                  <a:pt x="898586" y="6850567"/>
                </a:lnTo>
                <a:cubicBezTo>
                  <a:pt x="900963" y="6848238"/>
                  <a:pt x="903899" y="6846074"/>
                  <a:pt x="905203" y="6843451"/>
                </a:cubicBezTo>
                <a:lnTo>
                  <a:pt x="912313" y="6852629"/>
                </a:lnTo>
                <a:cubicBezTo>
                  <a:pt x="918865" y="6842033"/>
                  <a:pt x="910185" y="6842721"/>
                  <a:pt x="903753" y="6837855"/>
                </a:cubicBezTo>
                <a:close/>
                <a:moveTo>
                  <a:pt x="263155" y="6834154"/>
                </a:moveTo>
                <a:lnTo>
                  <a:pt x="257050" y="6837661"/>
                </a:lnTo>
                <a:lnTo>
                  <a:pt x="251719" y="6842450"/>
                </a:lnTo>
                <a:close/>
                <a:moveTo>
                  <a:pt x="529457" y="6832889"/>
                </a:moveTo>
                <a:cubicBezTo>
                  <a:pt x="523942" y="6836433"/>
                  <a:pt x="518559" y="6841373"/>
                  <a:pt x="513200" y="6847005"/>
                </a:cubicBezTo>
                <a:lnTo>
                  <a:pt x="503496" y="6858000"/>
                </a:lnTo>
                <a:lnTo>
                  <a:pt x="506439" y="6858000"/>
                </a:lnTo>
                <a:close/>
                <a:moveTo>
                  <a:pt x="936387" y="6821496"/>
                </a:moveTo>
                <a:lnTo>
                  <a:pt x="923043" y="6826920"/>
                </a:lnTo>
                <a:lnTo>
                  <a:pt x="924676" y="6822088"/>
                </a:lnTo>
                <a:lnTo>
                  <a:pt x="915040" y="6831921"/>
                </a:lnTo>
                <a:lnTo>
                  <a:pt x="920709" y="6839871"/>
                </a:lnTo>
                <a:close/>
                <a:moveTo>
                  <a:pt x="565695" y="6819606"/>
                </a:moveTo>
                <a:lnTo>
                  <a:pt x="558095" y="6821216"/>
                </a:lnTo>
                <a:lnTo>
                  <a:pt x="553431" y="6825952"/>
                </a:lnTo>
                <a:close/>
                <a:moveTo>
                  <a:pt x="397088" y="6815823"/>
                </a:moveTo>
                <a:lnTo>
                  <a:pt x="392055" y="6815886"/>
                </a:lnTo>
                <a:lnTo>
                  <a:pt x="386776" y="6821343"/>
                </a:lnTo>
                <a:close/>
                <a:moveTo>
                  <a:pt x="754196" y="6807367"/>
                </a:moveTo>
                <a:lnTo>
                  <a:pt x="705043" y="6856947"/>
                </a:lnTo>
                <a:lnTo>
                  <a:pt x="756464" y="6810547"/>
                </a:lnTo>
                <a:close/>
                <a:moveTo>
                  <a:pt x="1101225" y="6794671"/>
                </a:moveTo>
                <a:lnTo>
                  <a:pt x="1088578" y="6813141"/>
                </a:lnTo>
                <a:lnTo>
                  <a:pt x="1104626" y="6799441"/>
                </a:lnTo>
                <a:close/>
                <a:moveTo>
                  <a:pt x="220018" y="6794234"/>
                </a:moveTo>
                <a:cubicBezTo>
                  <a:pt x="208212" y="6797856"/>
                  <a:pt x="198331" y="6813085"/>
                  <a:pt x="187869" y="6820967"/>
                </a:cubicBezTo>
                <a:cubicBezTo>
                  <a:pt x="202674" y="6825506"/>
                  <a:pt x="208212" y="6797856"/>
                  <a:pt x="220018" y="6794234"/>
                </a:cubicBezTo>
                <a:close/>
                <a:moveTo>
                  <a:pt x="953213" y="6787914"/>
                </a:moveTo>
                <a:lnTo>
                  <a:pt x="930815" y="6810516"/>
                </a:lnTo>
                <a:cubicBezTo>
                  <a:pt x="939091" y="6813220"/>
                  <a:pt x="944030" y="6816188"/>
                  <a:pt x="953146" y="6804045"/>
                </a:cubicBezTo>
                <a:lnTo>
                  <a:pt x="939495" y="6809829"/>
                </a:lnTo>
                <a:close/>
                <a:moveTo>
                  <a:pt x="496007" y="6783802"/>
                </a:moveTo>
                <a:lnTo>
                  <a:pt x="488005" y="6788803"/>
                </a:lnTo>
                <a:lnTo>
                  <a:pt x="483033" y="6793900"/>
                </a:lnTo>
                <a:close/>
                <a:moveTo>
                  <a:pt x="1165549" y="6775468"/>
                </a:moveTo>
                <a:cubicBezTo>
                  <a:pt x="1160218" y="6780257"/>
                  <a:pt x="1147339" y="6787324"/>
                  <a:pt x="1141965" y="6795812"/>
                </a:cubicBezTo>
                <a:cubicBezTo>
                  <a:pt x="1144996" y="6795908"/>
                  <a:pt x="1159050" y="6786733"/>
                  <a:pt x="1165549" y="6775468"/>
                </a:cubicBezTo>
                <a:close/>
                <a:moveTo>
                  <a:pt x="147954" y="6775080"/>
                </a:moveTo>
                <a:lnTo>
                  <a:pt x="141392" y="6781311"/>
                </a:lnTo>
                <a:lnTo>
                  <a:pt x="142526" y="6782900"/>
                </a:lnTo>
                <a:lnTo>
                  <a:pt x="149395" y="6776310"/>
                </a:lnTo>
                <a:close/>
                <a:moveTo>
                  <a:pt x="697555" y="6770868"/>
                </a:moveTo>
                <a:cubicBezTo>
                  <a:pt x="691107" y="6770035"/>
                  <a:pt x="683400" y="6775600"/>
                  <a:pt x="675969" y="6783033"/>
                </a:cubicBezTo>
                <a:cubicBezTo>
                  <a:pt x="668536" y="6790466"/>
                  <a:pt x="661378" y="6799768"/>
                  <a:pt x="656025" y="6806407"/>
                </a:cubicBezTo>
                <a:close/>
                <a:moveTo>
                  <a:pt x="441356" y="6763942"/>
                </a:moveTo>
                <a:lnTo>
                  <a:pt x="429208" y="6775990"/>
                </a:lnTo>
                <a:lnTo>
                  <a:pt x="430342" y="6777579"/>
                </a:lnTo>
                <a:lnTo>
                  <a:pt x="442490" y="6765531"/>
                </a:lnTo>
                <a:close/>
                <a:moveTo>
                  <a:pt x="516253" y="6763722"/>
                </a:moveTo>
                <a:lnTo>
                  <a:pt x="505176" y="6772326"/>
                </a:lnTo>
                <a:lnTo>
                  <a:pt x="499845" y="6777115"/>
                </a:lnTo>
                <a:close/>
                <a:moveTo>
                  <a:pt x="248862" y="6759699"/>
                </a:moveTo>
                <a:lnTo>
                  <a:pt x="227386" y="6781220"/>
                </a:lnTo>
                <a:cubicBezTo>
                  <a:pt x="239583" y="6791004"/>
                  <a:pt x="239726" y="6763110"/>
                  <a:pt x="252263" y="6764469"/>
                </a:cubicBezTo>
                <a:close/>
                <a:moveTo>
                  <a:pt x="665107" y="6755632"/>
                </a:moveTo>
                <a:lnTo>
                  <a:pt x="654837" y="6757453"/>
                </a:lnTo>
                <a:lnTo>
                  <a:pt x="652070" y="6760696"/>
                </a:lnTo>
                <a:close/>
                <a:moveTo>
                  <a:pt x="829951" y="6754337"/>
                </a:moveTo>
                <a:lnTo>
                  <a:pt x="817803" y="6766385"/>
                </a:lnTo>
                <a:lnTo>
                  <a:pt x="830724" y="6755620"/>
                </a:lnTo>
                <a:close/>
                <a:moveTo>
                  <a:pt x="205581" y="6747672"/>
                </a:moveTo>
                <a:lnTo>
                  <a:pt x="132747" y="6820628"/>
                </a:lnTo>
                <a:lnTo>
                  <a:pt x="135015" y="6823808"/>
                </a:lnTo>
                <a:lnTo>
                  <a:pt x="207848" y="6750852"/>
                </a:lnTo>
                <a:close/>
                <a:moveTo>
                  <a:pt x="180814" y="6744595"/>
                </a:moveTo>
                <a:lnTo>
                  <a:pt x="173171" y="6749904"/>
                </a:lnTo>
                <a:lnTo>
                  <a:pt x="167893" y="6755360"/>
                </a:lnTo>
                <a:close/>
                <a:moveTo>
                  <a:pt x="353777" y="6744001"/>
                </a:moveTo>
                <a:cubicBezTo>
                  <a:pt x="352463" y="6742258"/>
                  <a:pt x="350847" y="6743058"/>
                  <a:pt x="349367" y="6744518"/>
                </a:cubicBezTo>
                <a:cubicBezTo>
                  <a:pt x="347886" y="6745980"/>
                  <a:pt x="346542" y="6748101"/>
                  <a:pt x="345774" y="6749002"/>
                </a:cubicBezTo>
                <a:lnTo>
                  <a:pt x="345679" y="6752033"/>
                </a:lnTo>
                <a:close/>
                <a:moveTo>
                  <a:pt x="850471" y="6741962"/>
                </a:moveTo>
                <a:lnTo>
                  <a:pt x="843602" y="6748553"/>
                </a:lnTo>
                <a:lnTo>
                  <a:pt x="845096" y="6750451"/>
                </a:lnTo>
                <a:lnTo>
                  <a:pt x="851605" y="6743553"/>
                </a:lnTo>
                <a:close/>
                <a:moveTo>
                  <a:pt x="464061" y="6740980"/>
                </a:moveTo>
                <a:lnTo>
                  <a:pt x="447557" y="6757405"/>
                </a:lnTo>
                <a:lnTo>
                  <a:pt x="448691" y="6758994"/>
                </a:lnTo>
                <a:lnTo>
                  <a:pt x="465503" y="6742210"/>
                </a:lnTo>
                <a:close/>
                <a:moveTo>
                  <a:pt x="549051" y="6728204"/>
                </a:moveTo>
                <a:lnTo>
                  <a:pt x="538801" y="6738758"/>
                </a:lnTo>
                <a:lnTo>
                  <a:pt x="550185" y="6729794"/>
                </a:lnTo>
                <a:close/>
                <a:moveTo>
                  <a:pt x="607151" y="6727971"/>
                </a:moveTo>
                <a:lnTo>
                  <a:pt x="599604" y="6730248"/>
                </a:lnTo>
                <a:lnTo>
                  <a:pt x="589969" y="6740081"/>
                </a:lnTo>
                <a:close/>
                <a:moveTo>
                  <a:pt x="369094" y="6725320"/>
                </a:moveTo>
                <a:cubicBezTo>
                  <a:pt x="368171" y="6726401"/>
                  <a:pt x="365888" y="6727253"/>
                  <a:pt x="364029" y="6728703"/>
                </a:cubicBezTo>
                <a:cubicBezTo>
                  <a:pt x="362170" y="6730152"/>
                  <a:pt x="360736" y="6732197"/>
                  <a:pt x="361514" y="6735662"/>
                </a:cubicBezTo>
                <a:lnTo>
                  <a:pt x="374488" y="6725564"/>
                </a:lnTo>
                <a:cubicBezTo>
                  <a:pt x="373355" y="6723974"/>
                  <a:pt x="370631" y="6723518"/>
                  <a:pt x="369094" y="6725320"/>
                </a:cubicBezTo>
                <a:close/>
                <a:moveTo>
                  <a:pt x="859717" y="6718722"/>
                </a:moveTo>
                <a:lnTo>
                  <a:pt x="833058" y="6742669"/>
                </a:lnTo>
                <a:lnTo>
                  <a:pt x="832295" y="6745754"/>
                </a:lnTo>
                <a:close/>
                <a:moveTo>
                  <a:pt x="445562" y="6715234"/>
                </a:moveTo>
                <a:lnTo>
                  <a:pt x="440462" y="6731427"/>
                </a:lnTo>
                <a:lnTo>
                  <a:pt x="453838" y="6717938"/>
                </a:lnTo>
                <a:close/>
                <a:moveTo>
                  <a:pt x="622425" y="6712988"/>
                </a:moveTo>
                <a:cubicBezTo>
                  <a:pt x="620983" y="6711758"/>
                  <a:pt x="618260" y="6711301"/>
                  <a:pt x="616723" y="6713103"/>
                </a:cubicBezTo>
                <a:cubicBezTo>
                  <a:pt x="613692" y="6713007"/>
                  <a:pt x="612981" y="6716759"/>
                  <a:pt x="612885" y="6719790"/>
                </a:cubicBezTo>
                <a:close/>
                <a:moveTo>
                  <a:pt x="309971" y="6704133"/>
                </a:moveTo>
                <a:lnTo>
                  <a:pt x="255731" y="6753108"/>
                </a:lnTo>
                <a:cubicBezTo>
                  <a:pt x="275084" y="6747208"/>
                  <a:pt x="295786" y="6724405"/>
                  <a:pt x="309971" y="6704133"/>
                </a:cubicBezTo>
                <a:close/>
                <a:moveTo>
                  <a:pt x="836001" y="6703467"/>
                </a:moveTo>
                <a:lnTo>
                  <a:pt x="825328" y="6708679"/>
                </a:lnTo>
                <a:lnTo>
                  <a:pt x="820356" y="6713776"/>
                </a:lnTo>
                <a:close/>
                <a:moveTo>
                  <a:pt x="722296" y="6692987"/>
                </a:moveTo>
                <a:cubicBezTo>
                  <a:pt x="720991" y="6695609"/>
                  <a:pt x="718530" y="6697400"/>
                  <a:pt x="716665" y="6699311"/>
                </a:cubicBezTo>
                <a:cubicBezTo>
                  <a:pt x="714801" y="6701222"/>
                  <a:pt x="713535" y="6703255"/>
                  <a:pt x="714620" y="6706360"/>
                </a:cubicBezTo>
                <a:lnTo>
                  <a:pt x="728632" y="6700883"/>
                </a:lnTo>
                <a:close/>
                <a:moveTo>
                  <a:pt x="578510" y="6692949"/>
                </a:moveTo>
                <a:lnTo>
                  <a:pt x="561391" y="6710094"/>
                </a:lnTo>
                <a:lnTo>
                  <a:pt x="563658" y="6713273"/>
                </a:lnTo>
                <a:lnTo>
                  <a:pt x="580777" y="6696129"/>
                </a:lnTo>
                <a:close/>
                <a:moveTo>
                  <a:pt x="845882" y="6688240"/>
                </a:moveTo>
                <a:lnTo>
                  <a:pt x="840604" y="6693696"/>
                </a:lnTo>
                <a:lnTo>
                  <a:pt x="850047" y="6689925"/>
                </a:lnTo>
                <a:close/>
                <a:moveTo>
                  <a:pt x="273559" y="6685517"/>
                </a:moveTo>
                <a:cubicBezTo>
                  <a:pt x="263288" y="6687338"/>
                  <a:pt x="256843" y="6699271"/>
                  <a:pt x="247611" y="6705712"/>
                </a:cubicBezTo>
                <a:cubicBezTo>
                  <a:pt x="254139" y="6707547"/>
                  <a:pt x="273853" y="6701955"/>
                  <a:pt x="273559" y="6685517"/>
                </a:cubicBezTo>
                <a:close/>
                <a:moveTo>
                  <a:pt x="519775" y="6685170"/>
                </a:moveTo>
                <a:lnTo>
                  <a:pt x="497992" y="6707051"/>
                </a:lnTo>
                <a:lnTo>
                  <a:pt x="499433" y="6708281"/>
                </a:lnTo>
                <a:lnTo>
                  <a:pt x="520909" y="6686760"/>
                </a:lnTo>
                <a:close/>
                <a:moveTo>
                  <a:pt x="491284" y="6676475"/>
                </a:moveTo>
                <a:lnTo>
                  <a:pt x="470058" y="6689443"/>
                </a:lnTo>
                <a:lnTo>
                  <a:pt x="473459" y="6694212"/>
                </a:lnTo>
                <a:close/>
                <a:moveTo>
                  <a:pt x="492223" y="6675540"/>
                </a:moveTo>
                <a:lnTo>
                  <a:pt x="491284" y="6676475"/>
                </a:lnTo>
                <a:lnTo>
                  <a:pt x="492169" y="6675934"/>
                </a:lnTo>
                <a:close/>
                <a:moveTo>
                  <a:pt x="922901" y="6672398"/>
                </a:moveTo>
                <a:lnTo>
                  <a:pt x="875996" y="6716426"/>
                </a:lnTo>
                <a:lnTo>
                  <a:pt x="873388" y="6721671"/>
                </a:lnTo>
                <a:close/>
                <a:moveTo>
                  <a:pt x="257749" y="6668291"/>
                </a:moveTo>
                <a:lnTo>
                  <a:pt x="249747" y="6673293"/>
                </a:lnTo>
                <a:lnTo>
                  <a:pt x="244775" y="6678389"/>
                </a:lnTo>
                <a:close/>
                <a:moveTo>
                  <a:pt x="907429" y="6667913"/>
                </a:moveTo>
                <a:cubicBezTo>
                  <a:pt x="903624" y="6666534"/>
                  <a:pt x="900190" y="6669830"/>
                  <a:pt x="896448" y="6673486"/>
                </a:cubicBezTo>
                <a:lnTo>
                  <a:pt x="899849" y="6678255"/>
                </a:lnTo>
                <a:close/>
                <a:moveTo>
                  <a:pt x="392284" y="6666038"/>
                </a:moveTo>
                <a:lnTo>
                  <a:pt x="383508" y="6669756"/>
                </a:lnTo>
                <a:lnTo>
                  <a:pt x="378176" y="6674545"/>
                </a:lnTo>
                <a:close/>
                <a:moveTo>
                  <a:pt x="671727" y="6661044"/>
                </a:moveTo>
                <a:lnTo>
                  <a:pt x="628203" y="6701109"/>
                </a:lnTo>
                <a:lnTo>
                  <a:pt x="627492" y="6704860"/>
                </a:lnTo>
                <a:close/>
                <a:moveTo>
                  <a:pt x="506892" y="6660942"/>
                </a:moveTo>
                <a:lnTo>
                  <a:pt x="501341" y="6662904"/>
                </a:lnTo>
                <a:cubicBezTo>
                  <a:pt x="498417" y="6663366"/>
                  <a:pt x="495482" y="6663819"/>
                  <a:pt x="493599" y="6665559"/>
                </a:cubicBezTo>
                <a:lnTo>
                  <a:pt x="492223" y="6675540"/>
                </a:lnTo>
                <a:close/>
                <a:moveTo>
                  <a:pt x="509195" y="6658651"/>
                </a:moveTo>
                <a:lnTo>
                  <a:pt x="506892" y="6660942"/>
                </a:lnTo>
                <a:lnTo>
                  <a:pt x="509016" y="6660191"/>
                </a:lnTo>
                <a:close/>
                <a:moveTo>
                  <a:pt x="551460" y="6656794"/>
                </a:moveTo>
                <a:lnTo>
                  <a:pt x="536588" y="6668385"/>
                </a:lnTo>
                <a:lnTo>
                  <a:pt x="533514" y="6671988"/>
                </a:lnTo>
                <a:close/>
                <a:moveTo>
                  <a:pt x="886374" y="6648080"/>
                </a:moveTo>
                <a:lnTo>
                  <a:pt x="879505" y="6654671"/>
                </a:lnTo>
                <a:lnTo>
                  <a:pt x="888949" y="6650900"/>
                </a:lnTo>
                <a:close/>
                <a:moveTo>
                  <a:pt x="688538" y="6644259"/>
                </a:moveTo>
                <a:lnTo>
                  <a:pt x="682073" y="6647460"/>
                </a:lnTo>
                <a:lnTo>
                  <a:pt x="677102" y="6652556"/>
                </a:lnTo>
                <a:close/>
                <a:moveTo>
                  <a:pt x="912870" y="6643294"/>
                </a:moveTo>
                <a:cubicBezTo>
                  <a:pt x="863294" y="6687532"/>
                  <a:pt x="803094" y="6758815"/>
                  <a:pt x="759528" y="6802578"/>
                </a:cubicBezTo>
                <a:cubicBezTo>
                  <a:pt x="817010" y="6756370"/>
                  <a:pt x="860610" y="6704542"/>
                  <a:pt x="912870" y="6643294"/>
                </a:cubicBezTo>
                <a:close/>
                <a:moveTo>
                  <a:pt x="526323" y="6641606"/>
                </a:moveTo>
                <a:lnTo>
                  <a:pt x="510244" y="6649643"/>
                </a:lnTo>
                <a:lnTo>
                  <a:pt x="509195" y="6658651"/>
                </a:lnTo>
                <a:close/>
                <a:moveTo>
                  <a:pt x="566469" y="6638472"/>
                </a:moveTo>
                <a:lnTo>
                  <a:pt x="556834" y="6648306"/>
                </a:lnTo>
                <a:lnTo>
                  <a:pt x="557968" y="6649895"/>
                </a:lnTo>
                <a:lnTo>
                  <a:pt x="567963" y="6640370"/>
                </a:lnTo>
                <a:close/>
                <a:moveTo>
                  <a:pt x="529792" y="6638153"/>
                </a:moveTo>
                <a:lnTo>
                  <a:pt x="526323" y="6641606"/>
                </a:lnTo>
                <a:lnTo>
                  <a:pt x="526800" y="6641367"/>
                </a:lnTo>
                <a:close/>
                <a:moveTo>
                  <a:pt x="333323" y="6625690"/>
                </a:moveTo>
                <a:cubicBezTo>
                  <a:pt x="319248" y="6626132"/>
                  <a:pt x="308508" y="6647476"/>
                  <a:pt x="297739" y="6655719"/>
                </a:cubicBezTo>
                <a:cubicBezTo>
                  <a:pt x="314441" y="6658763"/>
                  <a:pt x="319215" y="6634198"/>
                  <a:pt x="333323" y="6625690"/>
                </a:cubicBezTo>
                <a:close/>
                <a:moveTo>
                  <a:pt x="705284" y="6619277"/>
                </a:moveTo>
                <a:cubicBezTo>
                  <a:pt x="701165" y="6620752"/>
                  <a:pt x="699006" y="6633269"/>
                  <a:pt x="691646" y="6632593"/>
                </a:cubicBezTo>
                <a:lnTo>
                  <a:pt x="695047" y="6637362"/>
                </a:lnTo>
                <a:lnTo>
                  <a:pt x="710322" y="6622379"/>
                </a:lnTo>
                <a:cubicBezTo>
                  <a:pt x="708248" y="6619520"/>
                  <a:pt x="706657" y="6618785"/>
                  <a:pt x="705284" y="6619277"/>
                </a:cubicBezTo>
                <a:close/>
                <a:moveTo>
                  <a:pt x="398694" y="6615474"/>
                </a:moveTo>
                <a:lnTo>
                  <a:pt x="311138" y="6697658"/>
                </a:lnTo>
                <a:cubicBezTo>
                  <a:pt x="343561" y="6678630"/>
                  <a:pt x="371080" y="6648567"/>
                  <a:pt x="398694" y="6615474"/>
                </a:cubicBezTo>
                <a:close/>
                <a:moveTo>
                  <a:pt x="303809" y="6613582"/>
                </a:moveTo>
                <a:lnTo>
                  <a:pt x="290738" y="6626711"/>
                </a:lnTo>
                <a:lnTo>
                  <a:pt x="293006" y="6629890"/>
                </a:lnTo>
                <a:lnTo>
                  <a:pt x="306436" y="6617069"/>
                </a:lnTo>
                <a:close/>
                <a:moveTo>
                  <a:pt x="594699" y="6604658"/>
                </a:moveTo>
                <a:lnTo>
                  <a:pt x="582551" y="6616706"/>
                </a:lnTo>
                <a:lnTo>
                  <a:pt x="585178" y="6620193"/>
                </a:lnTo>
                <a:lnTo>
                  <a:pt x="597326" y="6608145"/>
                </a:lnTo>
                <a:close/>
                <a:moveTo>
                  <a:pt x="669438" y="6602436"/>
                </a:moveTo>
                <a:lnTo>
                  <a:pt x="617869" y="6651199"/>
                </a:lnTo>
                <a:lnTo>
                  <a:pt x="621270" y="6655969"/>
                </a:lnTo>
                <a:cubicBezTo>
                  <a:pt x="638390" y="6638824"/>
                  <a:pt x="657099" y="6620546"/>
                  <a:pt x="669438" y="6602436"/>
                </a:cubicBezTo>
                <a:close/>
                <a:moveTo>
                  <a:pt x="725270" y="6599023"/>
                </a:moveTo>
                <a:cubicBezTo>
                  <a:pt x="720298" y="6604119"/>
                  <a:pt x="719132" y="6610595"/>
                  <a:pt x="715294" y="6617281"/>
                </a:cubicBezTo>
                <a:lnTo>
                  <a:pt x="729805" y="6605383"/>
                </a:lnTo>
                <a:close/>
                <a:moveTo>
                  <a:pt x="611933" y="6593215"/>
                </a:moveTo>
                <a:lnTo>
                  <a:pt x="605065" y="6599806"/>
                </a:lnTo>
                <a:lnTo>
                  <a:pt x="606558" y="6601703"/>
                </a:lnTo>
                <a:lnTo>
                  <a:pt x="613068" y="6594805"/>
                </a:lnTo>
                <a:close/>
                <a:moveTo>
                  <a:pt x="465785" y="6593029"/>
                </a:moveTo>
                <a:lnTo>
                  <a:pt x="457412" y="6593356"/>
                </a:lnTo>
                <a:lnTo>
                  <a:pt x="455419" y="6597881"/>
                </a:lnTo>
                <a:close/>
                <a:moveTo>
                  <a:pt x="823474" y="6591919"/>
                </a:moveTo>
                <a:cubicBezTo>
                  <a:pt x="802128" y="6602344"/>
                  <a:pt x="794821" y="6620391"/>
                  <a:pt x="771905" y="6640682"/>
                </a:cubicBezTo>
                <a:lnTo>
                  <a:pt x="771468" y="6652138"/>
                </a:lnTo>
                <a:cubicBezTo>
                  <a:pt x="784552" y="6622212"/>
                  <a:pt x="817077" y="6625683"/>
                  <a:pt x="823474" y="6591919"/>
                </a:cubicBezTo>
                <a:close/>
                <a:moveTo>
                  <a:pt x="578879" y="6589233"/>
                </a:moveTo>
                <a:lnTo>
                  <a:pt x="564421" y="6595634"/>
                </a:lnTo>
                <a:cubicBezTo>
                  <a:pt x="555066" y="6604774"/>
                  <a:pt x="547875" y="6616849"/>
                  <a:pt x="539847" y="6627354"/>
                </a:cubicBezTo>
                <a:lnTo>
                  <a:pt x="529792" y="6638153"/>
                </a:lnTo>
                <a:lnTo>
                  <a:pt x="561533" y="6606566"/>
                </a:lnTo>
                <a:close/>
                <a:moveTo>
                  <a:pt x="579088" y="6589025"/>
                </a:moveTo>
                <a:lnTo>
                  <a:pt x="578879" y="6589233"/>
                </a:lnTo>
                <a:lnTo>
                  <a:pt x="579006" y="6589178"/>
                </a:lnTo>
                <a:close/>
                <a:moveTo>
                  <a:pt x="425731" y="6580916"/>
                </a:moveTo>
                <a:cubicBezTo>
                  <a:pt x="419437" y="6583367"/>
                  <a:pt x="413135" y="6595267"/>
                  <a:pt x="407133" y="6599017"/>
                </a:cubicBezTo>
                <a:lnTo>
                  <a:pt x="406422" y="6602769"/>
                </a:lnTo>
                <a:lnTo>
                  <a:pt x="432010" y="6582266"/>
                </a:lnTo>
                <a:cubicBezTo>
                  <a:pt x="429925" y="6580332"/>
                  <a:pt x="427828" y="6580099"/>
                  <a:pt x="425731" y="6580916"/>
                </a:cubicBezTo>
                <a:close/>
                <a:moveTo>
                  <a:pt x="392861" y="6579991"/>
                </a:moveTo>
                <a:lnTo>
                  <a:pt x="386755" y="6583499"/>
                </a:lnTo>
                <a:lnTo>
                  <a:pt x="379887" y="6590090"/>
                </a:lnTo>
                <a:close/>
                <a:moveTo>
                  <a:pt x="956081" y="6578060"/>
                </a:moveTo>
                <a:lnTo>
                  <a:pt x="943202" y="6585126"/>
                </a:lnTo>
                <a:lnTo>
                  <a:pt x="941262" y="6590318"/>
                </a:lnTo>
                <a:close/>
                <a:moveTo>
                  <a:pt x="512547" y="6576897"/>
                </a:moveTo>
                <a:lnTo>
                  <a:pt x="501807" y="6598240"/>
                </a:lnTo>
                <a:lnTo>
                  <a:pt x="518927" y="6581095"/>
                </a:lnTo>
                <a:close/>
                <a:moveTo>
                  <a:pt x="629053" y="6576070"/>
                </a:moveTo>
                <a:lnTo>
                  <a:pt x="622544" y="6582968"/>
                </a:lnTo>
                <a:lnTo>
                  <a:pt x="623677" y="6584558"/>
                </a:lnTo>
                <a:lnTo>
                  <a:pt x="630186" y="6577660"/>
                </a:lnTo>
                <a:close/>
                <a:moveTo>
                  <a:pt x="754599" y="6574864"/>
                </a:moveTo>
                <a:cubicBezTo>
                  <a:pt x="747764" y="6573390"/>
                  <a:pt x="740492" y="6583372"/>
                  <a:pt x="735520" y="6588469"/>
                </a:cubicBezTo>
                <a:cubicBezTo>
                  <a:pt x="737788" y="6591649"/>
                  <a:pt x="742356" y="6589943"/>
                  <a:pt x="745334" y="6589371"/>
                </a:cubicBezTo>
                <a:close/>
                <a:moveTo>
                  <a:pt x="970625" y="6558095"/>
                </a:moveTo>
                <a:lnTo>
                  <a:pt x="960322" y="6567981"/>
                </a:lnTo>
                <a:lnTo>
                  <a:pt x="961816" y="6569879"/>
                </a:lnTo>
                <a:lnTo>
                  <a:pt x="971759" y="6559685"/>
                </a:lnTo>
                <a:close/>
                <a:moveTo>
                  <a:pt x="718283" y="6553216"/>
                </a:moveTo>
                <a:lnTo>
                  <a:pt x="695059" y="6573867"/>
                </a:lnTo>
                <a:lnTo>
                  <a:pt x="689780" y="6579324"/>
                </a:lnTo>
                <a:close/>
                <a:moveTo>
                  <a:pt x="648261" y="6551370"/>
                </a:moveTo>
                <a:lnTo>
                  <a:pt x="633654" y="6566300"/>
                </a:lnTo>
                <a:lnTo>
                  <a:pt x="635922" y="6569480"/>
                </a:lnTo>
                <a:lnTo>
                  <a:pt x="650529" y="6554549"/>
                </a:lnTo>
                <a:close/>
                <a:moveTo>
                  <a:pt x="702038" y="6547448"/>
                </a:moveTo>
                <a:lnTo>
                  <a:pt x="693358" y="6548135"/>
                </a:lnTo>
                <a:lnTo>
                  <a:pt x="676205" y="6573345"/>
                </a:lnTo>
                <a:close/>
                <a:moveTo>
                  <a:pt x="502822" y="6547432"/>
                </a:moveTo>
                <a:lnTo>
                  <a:pt x="485704" y="6564577"/>
                </a:lnTo>
                <a:lnTo>
                  <a:pt x="486837" y="6566167"/>
                </a:lnTo>
                <a:lnTo>
                  <a:pt x="503956" y="6549023"/>
                </a:lnTo>
                <a:close/>
                <a:moveTo>
                  <a:pt x="412910" y="6540443"/>
                </a:moveTo>
                <a:cubicBezTo>
                  <a:pt x="392567" y="6563554"/>
                  <a:pt x="361648" y="6588845"/>
                  <a:pt x="341368" y="6616991"/>
                </a:cubicBezTo>
                <a:lnTo>
                  <a:pt x="414817" y="6543315"/>
                </a:lnTo>
                <a:close/>
                <a:moveTo>
                  <a:pt x="786263" y="6537755"/>
                </a:moveTo>
                <a:lnTo>
                  <a:pt x="757304" y="6566587"/>
                </a:lnTo>
                <a:cubicBezTo>
                  <a:pt x="766017" y="6557835"/>
                  <a:pt x="784352" y="6556048"/>
                  <a:pt x="786263" y="6537755"/>
                </a:cubicBezTo>
                <a:close/>
                <a:moveTo>
                  <a:pt x="480908" y="6533715"/>
                </a:moveTo>
                <a:lnTo>
                  <a:pt x="466166" y="6534211"/>
                </a:lnTo>
                <a:cubicBezTo>
                  <a:pt x="465730" y="6545667"/>
                  <a:pt x="440948" y="6559387"/>
                  <a:pt x="434714" y="6573990"/>
                </a:cubicBezTo>
                <a:cubicBezTo>
                  <a:pt x="456388" y="6571938"/>
                  <a:pt x="463462" y="6542487"/>
                  <a:pt x="480908" y="6533715"/>
                </a:cubicBezTo>
                <a:close/>
                <a:moveTo>
                  <a:pt x="742367" y="6526450"/>
                </a:moveTo>
                <a:lnTo>
                  <a:pt x="727145" y="6542100"/>
                </a:lnTo>
                <a:lnTo>
                  <a:pt x="727919" y="6543383"/>
                </a:lnTo>
                <a:lnTo>
                  <a:pt x="743501" y="6528040"/>
                </a:lnTo>
                <a:close/>
                <a:moveTo>
                  <a:pt x="677221" y="6522538"/>
                </a:moveTo>
                <a:cubicBezTo>
                  <a:pt x="675302" y="6525881"/>
                  <a:pt x="672456" y="6528123"/>
                  <a:pt x="670124" y="6530491"/>
                </a:cubicBezTo>
                <a:cubicBezTo>
                  <a:pt x="667791" y="6532859"/>
                  <a:pt x="665974" y="6535355"/>
                  <a:pt x="666111" y="6539207"/>
                </a:cubicBezTo>
                <a:lnTo>
                  <a:pt x="680622" y="6527308"/>
                </a:lnTo>
                <a:close/>
                <a:moveTo>
                  <a:pt x="366016" y="6520976"/>
                </a:moveTo>
                <a:lnTo>
                  <a:pt x="354176" y="6532663"/>
                </a:lnTo>
                <a:lnTo>
                  <a:pt x="355670" y="6534561"/>
                </a:lnTo>
                <a:lnTo>
                  <a:pt x="367149" y="6522566"/>
                </a:lnTo>
                <a:close/>
                <a:moveTo>
                  <a:pt x="806509" y="6517676"/>
                </a:moveTo>
                <a:lnTo>
                  <a:pt x="796259" y="6528230"/>
                </a:lnTo>
                <a:lnTo>
                  <a:pt x="799659" y="6532999"/>
                </a:lnTo>
                <a:lnTo>
                  <a:pt x="809910" y="6522446"/>
                </a:lnTo>
                <a:close/>
                <a:moveTo>
                  <a:pt x="899433" y="6516029"/>
                </a:moveTo>
                <a:cubicBezTo>
                  <a:pt x="891561" y="6516316"/>
                  <a:pt x="884828" y="6520103"/>
                  <a:pt x="878745" y="6525819"/>
                </a:cubicBezTo>
                <a:cubicBezTo>
                  <a:pt x="860498" y="6542963"/>
                  <a:pt x="848111" y="6577454"/>
                  <a:pt x="828444" y="6586823"/>
                </a:cubicBezTo>
                <a:cubicBezTo>
                  <a:pt x="843187" y="6586327"/>
                  <a:pt x="863106" y="6557874"/>
                  <a:pt x="876320" y="6563547"/>
                </a:cubicBezTo>
                <a:lnTo>
                  <a:pt x="888161" y="6551859"/>
                </a:lnTo>
                <a:lnTo>
                  <a:pt x="877487" y="6557072"/>
                </a:lnTo>
                <a:cubicBezTo>
                  <a:pt x="875719" y="6547469"/>
                  <a:pt x="883429" y="6526030"/>
                  <a:pt x="899433" y="6516029"/>
                </a:cubicBezTo>
                <a:close/>
                <a:moveTo>
                  <a:pt x="583968" y="6515811"/>
                </a:moveTo>
                <a:lnTo>
                  <a:pt x="581298" y="6516023"/>
                </a:lnTo>
                <a:lnTo>
                  <a:pt x="576326" y="6521120"/>
                </a:lnTo>
                <a:close/>
                <a:moveTo>
                  <a:pt x="510464" y="6495429"/>
                </a:moveTo>
                <a:lnTo>
                  <a:pt x="496393" y="6508637"/>
                </a:lnTo>
                <a:cubicBezTo>
                  <a:pt x="491100" y="6513927"/>
                  <a:pt x="485860" y="6519885"/>
                  <a:pt x="482638" y="6525851"/>
                </a:cubicBezTo>
                <a:cubicBezTo>
                  <a:pt x="495886" y="6523458"/>
                  <a:pt x="504291" y="6515066"/>
                  <a:pt x="513865" y="6500198"/>
                </a:cubicBezTo>
                <a:close/>
                <a:moveTo>
                  <a:pt x="784396" y="6484488"/>
                </a:moveTo>
                <a:lnTo>
                  <a:pt x="765740" y="6503435"/>
                </a:lnTo>
                <a:lnTo>
                  <a:pt x="785530" y="6486079"/>
                </a:lnTo>
                <a:close/>
                <a:moveTo>
                  <a:pt x="710114" y="6483987"/>
                </a:moveTo>
                <a:lnTo>
                  <a:pt x="704412" y="6484103"/>
                </a:lnTo>
                <a:lnTo>
                  <a:pt x="699441" y="6489199"/>
                </a:lnTo>
                <a:close/>
                <a:moveTo>
                  <a:pt x="573971" y="6478642"/>
                </a:moveTo>
                <a:lnTo>
                  <a:pt x="541111" y="6509127"/>
                </a:lnTo>
                <a:cubicBezTo>
                  <a:pt x="554455" y="6503704"/>
                  <a:pt x="562894" y="6487246"/>
                  <a:pt x="573971" y="6478642"/>
                </a:cubicBezTo>
                <a:close/>
                <a:moveTo>
                  <a:pt x="644141" y="6478125"/>
                </a:moveTo>
                <a:cubicBezTo>
                  <a:pt x="620460" y="6501501"/>
                  <a:pt x="595536" y="6543114"/>
                  <a:pt x="561979" y="6560553"/>
                </a:cubicBezTo>
                <a:lnTo>
                  <a:pt x="570256" y="6563257"/>
                </a:lnTo>
                <a:cubicBezTo>
                  <a:pt x="546671" y="6583601"/>
                  <a:pt x="520954" y="6615200"/>
                  <a:pt x="495737" y="6640377"/>
                </a:cubicBezTo>
                <a:lnTo>
                  <a:pt x="649036" y="6484792"/>
                </a:lnTo>
                <a:close/>
                <a:moveTo>
                  <a:pt x="763986" y="6477034"/>
                </a:moveTo>
                <a:lnTo>
                  <a:pt x="755273" y="6485786"/>
                </a:lnTo>
                <a:lnTo>
                  <a:pt x="769284" y="6480310"/>
                </a:lnTo>
                <a:close/>
                <a:moveTo>
                  <a:pt x="1042056" y="6475383"/>
                </a:moveTo>
                <a:cubicBezTo>
                  <a:pt x="1039173" y="6475570"/>
                  <a:pt x="1036121" y="6477323"/>
                  <a:pt x="1034356" y="6480486"/>
                </a:cubicBezTo>
                <a:lnTo>
                  <a:pt x="1027179" y="6487437"/>
                </a:lnTo>
                <a:lnTo>
                  <a:pt x="1036220" y="6487058"/>
                </a:lnTo>
                <a:cubicBezTo>
                  <a:pt x="1036854" y="6495070"/>
                  <a:pt x="1027357" y="6498174"/>
                  <a:pt x="1023212" y="6505221"/>
                </a:cubicBezTo>
                <a:lnTo>
                  <a:pt x="1048738" y="6479683"/>
                </a:lnTo>
                <a:cubicBezTo>
                  <a:pt x="1047651" y="6476578"/>
                  <a:pt x="1044939" y="6475197"/>
                  <a:pt x="1042056" y="6475383"/>
                </a:cubicBezTo>
                <a:close/>
                <a:moveTo>
                  <a:pt x="615051" y="6471358"/>
                </a:moveTo>
                <a:cubicBezTo>
                  <a:pt x="611944" y="6483026"/>
                  <a:pt x="608965" y="6483597"/>
                  <a:pt x="602774" y="6494502"/>
                </a:cubicBezTo>
                <a:lnTo>
                  <a:pt x="619586" y="6477717"/>
                </a:lnTo>
                <a:close/>
                <a:moveTo>
                  <a:pt x="416144" y="6470982"/>
                </a:moveTo>
                <a:lnTo>
                  <a:pt x="411172" y="6476079"/>
                </a:lnTo>
                <a:lnTo>
                  <a:pt x="419175" y="6471079"/>
                </a:lnTo>
                <a:close/>
                <a:moveTo>
                  <a:pt x="738330" y="6466972"/>
                </a:moveTo>
                <a:lnTo>
                  <a:pt x="707410" y="6492264"/>
                </a:lnTo>
                <a:lnTo>
                  <a:pt x="711118" y="6496674"/>
                </a:lnTo>
                <a:close/>
                <a:moveTo>
                  <a:pt x="660243" y="6465092"/>
                </a:moveTo>
                <a:cubicBezTo>
                  <a:pt x="658345" y="6466586"/>
                  <a:pt x="658250" y="6469617"/>
                  <a:pt x="657846" y="6473008"/>
                </a:cubicBezTo>
                <a:lnTo>
                  <a:pt x="665848" y="6468008"/>
                </a:lnTo>
                <a:cubicBezTo>
                  <a:pt x="666252" y="6464616"/>
                  <a:pt x="663221" y="6464520"/>
                  <a:pt x="660243" y="6465092"/>
                </a:cubicBezTo>
                <a:close/>
                <a:moveTo>
                  <a:pt x="1050860" y="6464062"/>
                </a:moveTo>
                <a:lnTo>
                  <a:pt x="1049631" y="6465503"/>
                </a:lnTo>
                <a:lnTo>
                  <a:pt x="1051224" y="6464523"/>
                </a:lnTo>
                <a:close/>
                <a:moveTo>
                  <a:pt x="592045" y="6452351"/>
                </a:moveTo>
                <a:lnTo>
                  <a:pt x="580565" y="6464347"/>
                </a:lnTo>
                <a:lnTo>
                  <a:pt x="583192" y="6467833"/>
                </a:lnTo>
                <a:lnTo>
                  <a:pt x="594673" y="6455838"/>
                </a:lnTo>
                <a:close/>
                <a:moveTo>
                  <a:pt x="813855" y="6449234"/>
                </a:moveTo>
                <a:lnTo>
                  <a:pt x="787100" y="6476212"/>
                </a:lnTo>
                <a:lnTo>
                  <a:pt x="789368" y="6479392"/>
                </a:lnTo>
                <a:lnTo>
                  <a:pt x="816483" y="6452721"/>
                </a:lnTo>
                <a:close/>
                <a:moveTo>
                  <a:pt x="740337" y="6445648"/>
                </a:moveTo>
                <a:lnTo>
                  <a:pt x="735057" y="6451105"/>
                </a:lnTo>
                <a:lnTo>
                  <a:pt x="750477" y="6454923"/>
                </a:lnTo>
                <a:close/>
                <a:moveTo>
                  <a:pt x="1009711" y="6440781"/>
                </a:moveTo>
                <a:lnTo>
                  <a:pt x="704870" y="6757187"/>
                </a:lnTo>
                <a:cubicBezTo>
                  <a:pt x="809791" y="6652464"/>
                  <a:pt x="915441" y="6552722"/>
                  <a:pt x="1013473" y="6445858"/>
                </a:cubicBezTo>
                <a:close/>
                <a:moveTo>
                  <a:pt x="796573" y="6438844"/>
                </a:moveTo>
                <a:cubicBezTo>
                  <a:pt x="795035" y="6440646"/>
                  <a:pt x="791908" y="6443581"/>
                  <a:pt x="792331" y="6448922"/>
                </a:cubicBezTo>
                <a:lnTo>
                  <a:pt x="803408" y="6440319"/>
                </a:lnTo>
                <a:cubicBezTo>
                  <a:pt x="802581" y="6438368"/>
                  <a:pt x="799911" y="6438580"/>
                  <a:pt x="796573" y="6438844"/>
                </a:cubicBezTo>
                <a:close/>
                <a:moveTo>
                  <a:pt x="651705" y="6437885"/>
                </a:moveTo>
                <a:lnTo>
                  <a:pt x="644403" y="6438171"/>
                </a:lnTo>
                <a:lnTo>
                  <a:pt x="643787" y="6441820"/>
                </a:lnTo>
                <a:cubicBezTo>
                  <a:pt x="640127" y="6445448"/>
                  <a:pt x="632179" y="6445846"/>
                  <a:pt x="626248" y="6450493"/>
                </a:cubicBezTo>
                <a:cubicBezTo>
                  <a:pt x="623283" y="6452818"/>
                  <a:pt x="620821" y="6456204"/>
                  <a:pt x="619652" y="6461587"/>
                </a:cubicBezTo>
                <a:cubicBezTo>
                  <a:pt x="632025" y="6435412"/>
                  <a:pt x="656438" y="6463714"/>
                  <a:pt x="651705" y="6437885"/>
                </a:cubicBezTo>
                <a:close/>
                <a:moveTo>
                  <a:pt x="761376" y="6435585"/>
                </a:moveTo>
                <a:cubicBezTo>
                  <a:pt x="758249" y="6438519"/>
                  <a:pt x="754507" y="6442175"/>
                  <a:pt x="754412" y="6445206"/>
                </a:cubicBezTo>
                <a:lnTo>
                  <a:pt x="762817" y="6436814"/>
                </a:lnTo>
                <a:close/>
                <a:moveTo>
                  <a:pt x="645273" y="6433020"/>
                </a:moveTo>
                <a:lnTo>
                  <a:pt x="643333" y="6438212"/>
                </a:lnTo>
                <a:lnTo>
                  <a:pt x="644403" y="6438171"/>
                </a:lnTo>
                <a:close/>
                <a:moveTo>
                  <a:pt x="455540" y="6428184"/>
                </a:moveTo>
                <a:lnTo>
                  <a:pt x="444541" y="6443538"/>
                </a:lnTo>
                <a:cubicBezTo>
                  <a:pt x="446640" y="6440350"/>
                  <a:pt x="449576" y="6438186"/>
                  <a:pt x="451953" y="6435855"/>
                </a:cubicBezTo>
                <a:close/>
                <a:moveTo>
                  <a:pt x="816318" y="6425187"/>
                </a:moveTo>
                <a:lnTo>
                  <a:pt x="807913" y="6433579"/>
                </a:lnTo>
                <a:lnTo>
                  <a:pt x="820028" y="6429596"/>
                </a:lnTo>
                <a:close/>
                <a:moveTo>
                  <a:pt x="620698" y="6423879"/>
                </a:moveTo>
                <a:lnTo>
                  <a:pt x="598914" y="6445761"/>
                </a:lnTo>
                <a:lnTo>
                  <a:pt x="601542" y="6449248"/>
                </a:lnTo>
                <a:lnTo>
                  <a:pt x="623326" y="6427367"/>
                </a:lnTo>
                <a:close/>
                <a:moveTo>
                  <a:pt x="909334" y="6422379"/>
                </a:moveTo>
                <a:lnTo>
                  <a:pt x="897657" y="6434200"/>
                </a:lnTo>
                <a:cubicBezTo>
                  <a:pt x="899422" y="6431037"/>
                  <a:pt x="904566" y="6428111"/>
                  <a:pt x="908476" y="6424987"/>
                </a:cubicBezTo>
                <a:close/>
                <a:moveTo>
                  <a:pt x="857729" y="6405111"/>
                </a:moveTo>
                <a:lnTo>
                  <a:pt x="822991" y="6445823"/>
                </a:lnTo>
                <a:cubicBezTo>
                  <a:pt x="841212" y="6438333"/>
                  <a:pt x="843588" y="6421684"/>
                  <a:pt x="857729" y="6405111"/>
                </a:cubicBezTo>
                <a:close/>
                <a:moveTo>
                  <a:pt x="923735" y="6402909"/>
                </a:moveTo>
                <a:cubicBezTo>
                  <a:pt x="902157" y="6401929"/>
                  <a:pt x="874966" y="6440363"/>
                  <a:pt x="852472" y="6465997"/>
                </a:cubicBezTo>
                <a:lnTo>
                  <a:pt x="816548" y="6504451"/>
                </a:lnTo>
                <a:cubicBezTo>
                  <a:pt x="808904" y="6509759"/>
                  <a:pt x="839027" y="6495617"/>
                  <a:pt x="847370" y="6482190"/>
                </a:cubicBezTo>
                <a:lnTo>
                  <a:pt x="863049" y="6463815"/>
                </a:lnTo>
                <a:cubicBezTo>
                  <a:pt x="872492" y="6460044"/>
                  <a:pt x="860345" y="6472092"/>
                  <a:pt x="860715" y="6476766"/>
                </a:cubicBezTo>
                <a:lnTo>
                  <a:pt x="876796" y="6455000"/>
                </a:lnTo>
                <a:cubicBezTo>
                  <a:pt x="876701" y="6458031"/>
                  <a:pt x="873670" y="6457936"/>
                  <a:pt x="870999" y="6458147"/>
                </a:cubicBezTo>
                <a:cubicBezTo>
                  <a:pt x="877233" y="6443544"/>
                  <a:pt x="900054" y="6426284"/>
                  <a:pt x="911895" y="6414596"/>
                </a:cubicBezTo>
                <a:lnTo>
                  <a:pt x="909334" y="6422379"/>
                </a:lnTo>
                <a:lnTo>
                  <a:pt x="923937" y="6407596"/>
                </a:lnTo>
                <a:lnTo>
                  <a:pt x="914926" y="6414692"/>
                </a:lnTo>
                <a:cubicBezTo>
                  <a:pt x="913369" y="6407761"/>
                  <a:pt x="920300" y="6406204"/>
                  <a:pt x="923735" y="6402909"/>
                </a:cubicBezTo>
                <a:close/>
                <a:moveTo>
                  <a:pt x="930962" y="6400484"/>
                </a:moveTo>
                <a:lnTo>
                  <a:pt x="923937" y="6407596"/>
                </a:lnTo>
                <a:lnTo>
                  <a:pt x="928918" y="6403674"/>
                </a:lnTo>
                <a:close/>
                <a:moveTo>
                  <a:pt x="853324" y="6387655"/>
                </a:moveTo>
                <a:lnTo>
                  <a:pt x="827429" y="6408518"/>
                </a:lnTo>
                <a:lnTo>
                  <a:pt x="826569" y="6414633"/>
                </a:lnTo>
                <a:close/>
                <a:moveTo>
                  <a:pt x="737380" y="6387094"/>
                </a:moveTo>
                <a:lnTo>
                  <a:pt x="693813" y="6430856"/>
                </a:lnTo>
                <a:lnTo>
                  <a:pt x="690412" y="6426086"/>
                </a:lnTo>
                <a:cubicBezTo>
                  <a:pt x="681699" y="6434839"/>
                  <a:pt x="678169" y="6441165"/>
                  <a:pt x="677732" y="6452622"/>
                </a:cubicBezTo>
                <a:cubicBezTo>
                  <a:pt x="696408" y="6442409"/>
                  <a:pt x="719031" y="6405679"/>
                  <a:pt x="737380" y="6387094"/>
                </a:cubicBezTo>
                <a:close/>
                <a:moveTo>
                  <a:pt x="693587" y="6383672"/>
                </a:moveTo>
                <a:lnTo>
                  <a:pt x="692701" y="6384458"/>
                </a:lnTo>
                <a:cubicBezTo>
                  <a:pt x="690798" y="6386414"/>
                  <a:pt x="689455" y="6388537"/>
                  <a:pt x="689973" y="6390847"/>
                </a:cubicBezTo>
                <a:lnTo>
                  <a:pt x="690769" y="6391135"/>
                </a:lnTo>
                <a:lnTo>
                  <a:pt x="690792" y="6391108"/>
                </a:lnTo>
                <a:close/>
                <a:moveTo>
                  <a:pt x="668789" y="6382110"/>
                </a:moveTo>
                <a:lnTo>
                  <a:pt x="632231" y="6412552"/>
                </a:lnTo>
                <a:lnTo>
                  <a:pt x="633269" y="6417173"/>
                </a:lnTo>
                <a:close/>
                <a:moveTo>
                  <a:pt x="696515" y="6375884"/>
                </a:moveTo>
                <a:lnTo>
                  <a:pt x="693587" y="6383672"/>
                </a:lnTo>
                <a:lnTo>
                  <a:pt x="698783" y="6379063"/>
                </a:lnTo>
                <a:close/>
                <a:moveTo>
                  <a:pt x="709893" y="6362394"/>
                </a:moveTo>
                <a:cubicBezTo>
                  <a:pt x="717002" y="6371573"/>
                  <a:pt x="702151" y="6391899"/>
                  <a:pt x="693778" y="6392225"/>
                </a:cubicBezTo>
                <a:lnTo>
                  <a:pt x="690769" y="6391135"/>
                </a:lnTo>
                <a:lnTo>
                  <a:pt x="680760" y="6402830"/>
                </a:lnTo>
                <a:cubicBezTo>
                  <a:pt x="673784" y="6410186"/>
                  <a:pt x="667378" y="6417328"/>
                  <a:pt x="668431" y="6428498"/>
                </a:cubicBezTo>
                <a:lnTo>
                  <a:pt x="686472" y="6410273"/>
                </a:lnTo>
                <a:cubicBezTo>
                  <a:pt x="686943" y="6390751"/>
                  <a:pt x="706590" y="6401289"/>
                  <a:pt x="715432" y="6381440"/>
                </a:cubicBezTo>
                <a:lnTo>
                  <a:pt x="730707" y="6366458"/>
                </a:lnTo>
                <a:cubicBezTo>
                  <a:pt x="721022" y="6354458"/>
                  <a:pt x="725395" y="6379979"/>
                  <a:pt x="715158" y="6373735"/>
                </a:cubicBezTo>
                <a:close/>
                <a:moveTo>
                  <a:pt x="1155761" y="6350606"/>
                </a:moveTo>
                <a:lnTo>
                  <a:pt x="1125073" y="6387302"/>
                </a:lnTo>
                <a:lnTo>
                  <a:pt x="1126206" y="6388892"/>
                </a:lnTo>
                <a:lnTo>
                  <a:pt x="1114822" y="6397856"/>
                </a:lnTo>
                <a:lnTo>
                  <a:pt x="1117801" y="6397284"/>
                </a:lnTo>
                <a:cubicBezTo>
                  <a:pt x="1101180" y="6408006"/>
                  <a:pt x="1088533" y="6426477"/>
                  <a:pt x="1075483" y="6448339"/>
                </a:cubicBezTo>
                <a:lnTo>
                  <a:pt x="1061779" y="6453455"/>
                </a:lnTo>
                <a:lnTo>
                  <a:pt x="1064046" y="6456635"/>
                </a:lnTo>
                <a:lnTo>
                  <a:pt x="1051224" y="6464523"/>
                </a:lnTo>
                <a:lnTo>
                  <a:pt x="1056836" y="6471651"/>
                </a:lnTo>
                <a:lnTo>
                  <a:pt x="1161737" y="6358195"/>
                </a:lnTo>
                <a:close/>
                <a:moveTo>
                  <a:pt x="834223" y="6345830"/>
                </a:moveTo>
                <a:cubicBezTo>
                  <a:pt x="830509" y="6356203"/>
                  <a:pt x="819203" y="6356595"/>
                  <a:pt x="814512" y="6363595"/>
                </a:cubicBezTo>
                <a:cubicBezTo>
                  <a:pt x="812950" y="6365929"/>
                  <a:pt x="812121" y="6368997"/>
                  <a:pt x="812555" y="6373413"/>
                </a:cubicBezTo>
                <a:lnTo>
                  <a:pt x="825837" y="6362956"/>
                </a:lnTo>
                <a:cubicBezTo>
                  <a:pt x="822600" y="6385720"/>
                  <a:pt x="789509" y="6404801"/>
                  <a:pt x="773831" y="6423176"/>
                </a:cubicBezTo>
                <a:lnTo>
                  <a:pt x="777539" y="6427586"/>
                </a:lnTo>
                <a:cubicBezTo>
                  <a:pt x="806158" y="6407179"/>
                  <a:pt x="813997" y="6374643"/>
                  <a:pt x="841289" y="6358709"/>
                </a:cubicBezTo>
                <a:lnTo>
                  <a:pt x="829886" y="6358940"/>
                </a:lnTo>
                <a:close/>
                <a:moveTo>
                  <a:pt x="556461" y="6327087"/>
                </a:moveTo>
                <a:lnTo>
                  <a:pt x="553975" y="6328564"/>
                </a:lnTo>
                <a:lnTo>
                  <a:pt x="555784" y="6327791"/>
                </a:lnTo>
                <a:close/>
                <a:moveTo>
                  <a:pt x="879823" y="6317250"/>
                </a:moveTo>
                <a:lnTo>
                  <a:pt x="849177" y="6348006"/>
                </a:lnTo>
                <a:cubicBezTo>
                  <a:pt x="856400" y="6344831"/>
                  <a:pt x="862095" y="6340118"/>
                  <a:pt x="867001" y="6334664"/>
                </a:cubicBezTo>
                <a:close/>
                <a:moveTo>
                  <a:pt x="865281" y="6313810"/>
                </a:moveTo>
                <a:lnTo>
                  <a:pt x="849732" y="6321088"/>
                </a:lnTo>
                <a:lnTo>
                  <a:pt x="845035" y="6333889"/>
                </a:lnTo>
                <a:cubicBezTo>
                  <a:pt x="845458" y="6339231"/>
                  <a:pt x="862577" y="6322086"/>
                  <a:pt x="865281" y="6313810"/>
                </a:cubicBezTo>
                <a:close/>
                <a:moveTo>
                  <a:pt x="950958" y="6309712"/>
                </a:moveTo>
                <a:lnTo>
                  <a:pt x="864291" y="6398880"/>
                </a:lnTo>
                <a:cubicBezTo>
                  <a:pt x="895921" y="6369836"/>
                  <a:pt x="929839" y="6352705"/>
                  <a:pt x="950958" y="6309712"/>
                </a:cubicBezTo>
                <a:close/>
                <a:moveTo>
                  <a:pt x="736843" y="6308190"/>
                </a:moveTo>
                <a:cubicBezTo>
                  <a:pt x="709550" y="6324124"/>
                  <a:pt x="695237" y="6355493"/>
                  <a:pt x="670825" y="6373887"/>
                </a:cubicBezTo>
                <a:cubicBezTo>
                  <a:pt x="688675" y="6361723"/>
                  <a:pt x="721991" y="6328514"/>
                  <a:pt x="736843" y="6308190"/>
                </a:cubicBezTo>
                <a:close/>
                <a:moveTo>
                  <a:pt x="750010" y="6292030"/>
                </a:moveTo>
                <a:lnTo>
                  <a:pt x="743808" y="6298568"/>
                </a:lnTo>
                <a:lnTo>
                  <a:pt x="744942" y="6300157"/>
                </a:lnTo>
                <a:lnTo>
                  <a:pt x="751451" y="6293260"/>
                </a:lnTo>
                <a:close/>
                <a:moveTo>
                  <a:pt x="909862" y="6287100"/>
                </a:moveTo>
                <a:cubicBezTo>
                  <a:pt x="903023" y="6289825"/>
                  <a:pt x="897617" y="6294200"/>
                  <a:pt x="892903" y="6299429"/>
                </a:cubicBezTo>
                <a:cubicBezTo>
                  <a:pt x="888188" y="6304658"/>
                  <a:pt x="884167" y="6310739"/>
                  <a:pt x="880096" y="6316878"/>
                </a:cubicBezTo>
                <a:lnTo>
                  <a:pt x="879823" y="6317250"/>
                </a:lnTo>
                <a:close/>
                <a:moveTo>
                  <a:pt x="953684" y="6283292"/>
                </a:moveTo>
                <a:lnTo>
                  <a:pt x="945281" y="6287933"/>
                </a:lnTo>
                <a:cubicBezTo>
                  <a:pt x="929746" y="6301146"/>
                  <a:pt x="918997" y="6322909"/>
                  <a:pt x="899648" y="6336283"/>
                </a:cubicBezTo>
                <a:cubicBezTo>
                  <a:pt x="892229" y="6338047"/>
                  <a:pt x="887541" y="6343542"/>
                  <a:pt x="883600" y="6349984"/>
                </a:cubicBezTo>
                <a:cubicBezTo>
                  <a:pt x="879658" y="6356428"/>
                  <a:pt x="876464" y="6363819"/>
                  <a:pt x="872033" y="6369377"/>
                </a:cubicBezTo>
                <a:close/>
                <a:moveTo>
                  <a:pt x="606088" y="6277559"/>
                </a:moveTo>
                <a:cubicBezTo>
                  <a:pt x="593899" y="6282723"/>
                  <a:pt x="583605" y="6296976"/>
                  <a:pt x="572764" y="6310138"/>
                </a:cubicBezTo>
                <a:lnTo>
                  <a:pt x="556461" y="6327087"/>
                </a:lnTo>
                <a:lnTo>
                  <a:pt x="571710" y="6318032"/>
                </a:lnTo>
                <a:cubicBezTo>
                  <a:pt x="584971" y="6304678"/>
                  <a:pt x="598021" y="6288108"/>
                  <a:pt x="606088" y="6277559"/>
                </a:cubicBezTo>
                <a:close/>
                <a:moveTo>
                  <a:pt x="961758" y="6274779"/>
                </a:moveTo>
                <a:lnTo>
                  <a:pt x="953684" y="6283292"/>
                </a:lnTo>
                <a:lnTo>
                  <a:pt x="962908" y="6278197"/>
                </a:lnTo>
                <a:close/>
                <a:moveTo>
                  <a:pt x="988366" y="6268789"/>
                </a:moveTo>
                <a:cubicBezTo>
                  <a:pt x="982691" y="6269239"/>
                  <a:pt x="977720" y="6274336"/>
                  <a:pt x="973027" y="6280838"/>
                </a:cubicBezTo>
                <a:cubicBezTo>
                  <a:pt x="968336" y="6287341"/>
                  <a:pt x="963922" y="6295249"/>
                  <a:pt x="959364" y="6301320"/>
                </a:cubicBezTo>
                <a:lnTo>
                  <a:pt x="976450" y="6292241"/>
                </a:lnTo>
                <a:cubicBezTo>
                  <a:pt x="980254" y="6293619"/>
                  <a:pt x="976724" y="6299946"/>
                  <a:pt x="976013" y="6303698"/>
                </a:cubicBezTo>
                <a:lnTo>
                  <a:pt x="971350" y="6308434"/>
                </a:lnTo>
                <a:lnTo>
                  <a:pt x="981990" y="6311287"/>
                </a:lnTo>
                <a:lnTo>
                  <a:pt x="988532" y="6296324"/>
                </a:lnTo>
                <a:cubicBezTo>
                  <a:pt x="969678" y="6295801"/>
                  <a:pt x="993262" y="6275456"/>
                  <a:pt x="988366" y="6268789"/>
                </a:cubicBezTo>
                <a:close/>
                <a:moveTo>
                  <a:pt x="977452" y="6258232"/>
                </a:moveTo>
                <a:cubicBezTo>
                  <a:pt x="974967" y="6260780"/>
                  <a:pt x="968909" y="6262772"/>
                  <a:pt x="964684" y="6265625"/>
                </a:cubicBezTo>
                <a:cubicBezTo>
                  <a:pt x="962572" y="6267053"/>
                  <a:pt x="960917" y="6268696"/>
                  <a:pt x="960396" y="6270731"/>
                </a:cubicBezTo>
                <a:lnTo>
                  <a:pt x="961758" y="6274779"/>
                </a:lnTo>
                <a:close/>
                <a:moveTo>
                  <a:pt x="875968" y="6177242"/>
                </a:moveTo>
                <a:lnTo>
                  <a:pt x="865718" y="6187796"/>
                </a:lnTo>
                <a:lnTo>
                  <a:pt x="868293" y="6190616"/>
                </a:lnTo>
                <a:lnTo>
                  <a:pt x="878236" y="6180422"/>
                </a:lnTo>
                <a:close/>
                <a:moveTo>
                  <a:pt x="948151" y="6124888"/>
                </a:moveTo>
                <a:lnTo>
                  <a:pt x="924651" y="6147185"/>
                </a:lnTo>
                <a:cubicBezTo>
                  <a:pt x="933203" y="6147012"/>
                  <a:pt x="937439" y="6140041"/>
                  <a:pt x="941579" y="6133456"/>
                </a:cubicBezTo>
                <a:close/>
                <a:moveTo>
                  <a:pt x="948294" y="6124752"/>
                </a:moveTo>
                <a:lnTo>
                  <a:pt x="948244" y="6124766"/>
                </a:lnTo>
                <a:lnTo>
                  <a:pt x="948151" y="6124888"/>
                </a:lnTo>
                <a:close/>
                <a:moveTo>
                  <a:pt x="938922" y="6119515"/>
                </a:moveTo>
                <a:lnTo>
                  <a:pt x="933272" y="6120299"/>
                </a:lnTo>
                <a:lnTo>
                  <a:pt x="926404" y="6126890"/>
                </a:lnTo>
                <a:close/>
                <a:moveTo>
                  <a:pt x="947946" y="6089238"/>
                </a:moveTo>
                <a:cubicBezTo>
                  <a:pt x="884959" y="6155030"/>
                  <a:pt x="818519" y="6215386"/>
                  <a:pt x="756877" y="6285439"/>
                </a:cubicBezTo>
                <a:lnTo>
                  <a:pt x="760278" y="6290209"/>
                </a:lnTo>
                <a:lnTo>
                  <a:pt x="949853" y="6092110"/>
                </a:lnTo>
                <a:close/>
                <a:moveTo>
                  <a:pt x="2824049" y="5328641"/>
                </a:moveTo>
                <a:lnTo>
                  <a:pt x="2822512" y="5330442"/>
                </a:lnTo>
                <a:lnTo>
                  <a:pt x="2827662" y="5336081"/>
                </a:lnTo>
                <a:cubicBezTo>
                  <a:pt x="2831096" y="5332785"/>
                  <a:pt x="2825182" y="5330231"/>
                  <a:pt x="2824049" y="5328641"/>
                </a:cubicBezTo>
                <a:close/>
                <a:moveTo>
                  <a:pt x="2827575" y="5228923"/>
                </a:moveTo>
                <a:lnTo>
                  <a:pt x="2824146" y="5257750"/>
                </a:lnTo>
                <a:lnTo>
                  <a:pt x="2836165" y="5256798"/>
                </a:lnTo>
                <a:close/>
                <a:moveTo>
                  <a:pt x="3025857" y="5111096"/>
                </a:moveTo>
                <a:lnTo>
                  <a:pt x="3008069" y="5128294"/>
                </a:lnTo>
                <a:lnTo>
                  <a:pt x="3010645" y="5131113"/>
                </a:lnTo>
                <a:lnTo>
                  <a:pt x="3028070" y="5113608"/>
                </a:lnTo>
                <a:close/>
                <a:moveTo>
                  <a:pt x="482" y="4972004"/>
                </a:moveTo>
                <a:lnTo>
                  <a:pt x="0" y="4973082"/>
                </a:lnTo>
                <a:lnTo>
                  <a:pt x="0" y="4976451"/>
                </a:lnTo>
                <a:close/>
                <a:moveTo>
                  <a:pt x="4053044" y="3098067"/>
                </a:moveTo>
                <a:cubicBezTo>
                  <a:pt x="4049520" y="3095994"/>
                  <a:pt x="4047395" y="3098850"/>
                  <a:pt x="4045670" y="3103061"/>
                </a:cubicBezTo>
                <a:cubicBezTo>
                  <a:pt x="4043947" y="3107269"/>
                  <a:pt x="4042624" y="3112834"/>
                  <a:pt x="4040704" y="3116177"/>
                </a:cubicBezTo>
                <a:cubicBezTo>
                  <a:pt x="4048557" y="3113540"/>
                  <a:pt x="4056964" y="3105147"/>
                  <a:pt x="4053044" y="3098067"/>
                </a:cubicBezTo>
                <a:close/>
                <a:moveTo>
                  <a:pt x="3416784" y="1683138"/>
                </a:moveTo>
                <a:cubicBezTo>
                  <a:pt x="3408179" y="1688323"/>
                  <a:pt x="3400830" y="1701043"/>
                  <a:pt x="3395925" y="1706268"/>
                </a:cubicBezTo>
                <a:cubicBezTo>
                  <a:pt x="3407330" y="1700019"/>
                  <a:pt x="3416812" y="1686170"/>
                  <a:pt x="3416784" y="1683138"/>
                </a:cubicBezTo>
                <a:close/>
                <a:moveTo>
                  <a:pt x="3435284" y="1630145"/>
                </a:moveTo>
                <a:lnTo>
                  <a:pt x="3416539" y="1642383"/>
                </a:lnTo>
                <a:lnTo>
                  <a:pt x="3421233" y="1645887"/>
                </a:lnTo>
                <a:close/>
                <a:moveTo>
                  <a:pt x="3513343" y="1593964"/>
                </a:moveTo>
                <a:lnTo>
                  <a:pt x="3507839" y="1598455"/>
                </a:lnTo>
                <a:lnTo>
                  <a:pt x="3500490" y="1611174"/>
                </a:lnTo>
                <a:close/>
                <a:moveTo>
                  <a:pt x="3087572" y="1585123"/>
                </a:moveTo>
                <a:lnTo>
                  <a:pt x="3079405" y="1597768"/>
                </a:lnTo>
                <a:lnTo>
                  <a:pt x="3076275" y="1595431"/>
                </a:lnTo>
                <a:lnTo>
                  <a:pt x="3070858" y="1609019"/>
                </a:lnTo>
                <a:cubicBezTo>
                  <a:pt x="3048715" y="1621584"/>
                  <a:pt x="3029970" y="1633822"/>
                  <a:pt x="3018884" y="1650202"/>
                </a:cubicBezTo>
                <a:lnTo>
                  <a:pt x="3019521" y="1647237"/>
                </a:lnTo>
                <a:lnTo>
                  <a:pt x="3010309" y="1658421"/>
                </a:lnTo>
                <a:lnTo>
                  <a:pt x="3008743" y="1657254"/>
                </a:lnTo>
                <a:lnTo>
                  <a:pt x="2971382" y="1687126"/>
                </a:lnTo>
                <a:lnTo>
                  <a:pt x="2978837" y="1693268"/>
                </a:lnTo>
                <a:lnTo>
                  <a:pt x="3094575" y="1590891"/>
                </a:lnTo>
                <a:close/>
                <a:moveTo>
                  <a:pt x="3088587" y="1583551"/>
                </a:moveTo>
                <a:lnTo>
                  <a:pt x="3087119" y="1584749"/>
                </a:lnTo>
                <a:lnTo>
                  <a:pt x="3087572" y="1585123"/>
                </a:lnTo>
                <a:close/>
                <a:moveTo>
                  <a:pt x="3128877" y="1558014"/>
                </a:moveTo>
                <a:cubicBezTo>
                  <a:pt x="3121740" y="1562002"/>
                  <a:pt x="3118429" y="1571428"/>
                  <a:pt x="3110432" y="1570619"/>
                </a:cubicBezTo>
                <a:lnTo>
                  <a:pt x="3111010" y="1561589"/>
                </a:lnTo>
                <a:lnTo>
                  <a:pt x="3103903" y="1568610"/>
                </a:lnTo>
                <a:cubicBezTo>
                  <a:pt x="3097501" y="1572000"/>
                  <a:pt x="3096622" y="1580662"/>
                  <a:pt x="3102784" y="1582971"/>
                </a:cubicBezTo>
                <a:close/>
                <a:moveTo>
                  <a:pt x="3193007" y="1496521"/>
                </a:moveTo>
                <a:lnTo>
                  <a:pt x="3182897" y="1506604"/>
                </a:lnTo>
                <a:lnTo>
                  <a:pt x="3184461" y="1507772"/>
                </a:lnTo>
                <a:lnTo>
                  <a:pt x="3194872" y="1498057"/>
                </a:lnTo>
                <a:close/>
                <a:moveTo>
                  <a:pt x="2895828" y="1490048"/>
                </a:moveTo>
                <a:cubicBezTo>
                  <a:pt x="2893781" y="1490525"/>
                  <a:pt x="2892103" y="1492143"/>
                  <a:pt x="2890629" y="1494224"/>
                </a:cubicBezTo>
                <a:cubicBezTo>
                  <a:pt x="2887683" y="1498385"/>
                  <a:pt x="2885559" y="1504397"/>
                  <a:pt x="2882956" y="1506826"/>
                </a:cubicBezTo>
                <a:lnTo>
                  <a:pt x="2899845" y="1491500"/>
                </a:lnTo>
                <a:close/>
                <a:moveTo>
                  <a:pt x="2926433" y="1489691"/>
                </a:moveTo>
                <a:cubicBezTo>
                  <a:pt x="2920263" y="1494114"/>
                  <a:pt x="2912258" y="1498353"/>
                  <a:pt x="2905654" y="1502900"/>
                </a:cubicBezTo>
                <a:cubicBezTo>
                  <a:pt x="2899050" y="1507448"/>
                  <a:pt x="2893846" y="1512306"/>
                  <a:pt x="2893270" y="1517970"/>
                </a:cubicBezTo>
                <a:cubicBezTo>
                  <a:pt x="2899829" y="1523011"/>
                  <a:pt x="2920687" y="1499880"/>
                  <a:pt x="2920795" y="1518742"/>
                </a:cubicBezTo>
                <a:lnTo>
                  <a:pt x="2935899" y="1512530"/>
                </a:lnTo>
                <a:lnTo>
                  <a:pt x="2933281" y="1501830"/>
                </a:lnTo>
                <a:lnTo>
                  <a:pt x="2928443" y="1506388"/>
                </a:lnTo>
                <a:cubicBezTo>
                  <a:pt x="2924676" y="1507017"/>
                  <a:pt x="2918274" y="1510407"/>
                  <a:pt x="2916979" y="1506573"/>
                </a:cubicBezTo>
                <a:close/>
                <a:moveTo>
                  <a:pt x="2908533" y="1483615"/>
                </a:moveTo>
                <a:lnTo>
                  <a:pt x="2899845" y="1491500"/>
                </a:lnTo>
                <a:lnTo>
                  <a:pt x="2903236" y="1492725"/>
                </a:lnTo>
                <a:close/>
                <a:moveTo>
                  <a:pt x="3215759" y="1477958"/>
                </a:moveTo>
                <a:lnTo>
                  <a:pt x="3210526" y="1479783"/>
                </a:lnTo>
                <a:lnTo>
                  <a:pt x="3203177" y="1492503"/>
                </a:lnTo>
                <a:close/>
                <a:moveTo>
                  <a:pt x="2750290" y="1474594"/>
                </a:moveTo>
                <a:lnTo>
                  <a:pt x="2750166" y="1474686"/>
                </a:lnTo>
                <a:lnTo>
                  <a:pt x="2750152" y="1474735"/>
                </a:lnTo>
                <a:close/>
                <a:moveTo>
                  <a:pt x="3436133" y="1472362"/>
                </a:moveTo>
                <a:lnTo>
                  <a:pt x="3413044" y="1494257"/>
                </a:lnTo>
                <a:lnTo>
                  <a:pt x="3435255" y="1481025"/>
                </a:lnTo>
                <a:lnTo>
                  <a:pt x="3429171" y="1494545"/>
                </a:lnTo>
                <a:cubicBezTo>
                  <a:pt x="3441514" y="1485700"/>
                  <a:pt x="3438655" y="1480695"/>
                  <a:pt x="3436133" y="1472362"/>
                </a:cubicBezTo>
                <a:close/>
                <a:moveTo>
                  <a:pt x="3457880" y="1457063"/>
                </a:moveTo>
                <a:lnTo>
                  <a:pt x="3447837" y="1466480"/>
                </a:lnTo>
                <a:lnTo>
                  <a:pt x="3452705" y="1464954"/>
                </a:lnTo>
                <a:lnTo>
                  <a:pt x="3446989" y="1478175"/>
                </a:lnTo>
                <a:lnTo>
                  <a:pt x="3465704" y="1462904"/>
                </a:lnTo>
                <a:close/>
                <a:moveTo>
                  <a:pt x="3033463" y="1456612"/>
                </a:moveTo>
                <a:lnTo>
                  <a:pt x="3026198" y="1463480"/>
                </a:lnTo>
                <a:lnTo>
                  <a:pt x="3029432" y="1461507"/>
                </a:lnTo>
                <a:close/>
                <a:moveTo>
                  <a:pt x="2752770" y="1452897"/>
                </a:moveTo>
                <a:lnTo>
                  <a:pt x="2746030" y="1459619"/>
                </a:lnTo>
                <a:lnTo>
                  <a:pt x="2745122" y="1465250"/>
                </a:lnTo>
                <a:close/>
                <a:moveTo>
                  <a:pt x="2773099" y="1451591"/>
                </a:moveTo>
                <a:lnTo>
                  <a:pt x="2750290" y="1474594"/>
                </a:lnTo>
                <a:lnTo>
                  <a:pt x="2759001" y="1468212"/>
                </a:lnTo>
                <a:cubicBezTo>
                  <a:pt x="2765675" y="1464219"/>
                  <a:pt x="2772737" y="1460139"/>
                  <a:pt x="2773099" y="1451591"/>
                </a:cubicBezTo>
                <a:close/>
                <a:moveTo>
                  <a:pt x="3694854" y="1447091"/>
                </a:moveTo>
                <a:cubicBezTo>
                  <a:pt x="3687815" y="1453446"/>
                  <a:pt x="3686039" y="1461008"/>
                  <a:pt x="3685768" y="1463673"/>
                </a:cubicBezTo>
                <a:lnTo>
                  <a:pt x="3699548" y="1450597"/>
                </a:lnTo>
                <a:close/>
                <a:moveTo>
                  <a:pt x="3299893" y="1434986"/>
                </a:moveTo>
                <a:cubicBezTo>
                  <a:pt x="3296156" y="1438647"/>
                  <a:pt x="3292785" y="1442007"/>
                  <a:pt x="3294080" y="1445841"/>
                </a:cubicBezTo>
                <a:lnTo>
                  <a:pt x="3304586" y="1438491"/>
                </a:lnTo>
                <a:close/>
                <a:moveTo>
                  <a:pt x="3060639" y="1430925"/>
                </a:moveTo>
                <a:lnTo>
                  <a:pt x="3048564" y="1442339"/>
                </a:lnTo>
                <a:lnTo>
                  <a:pt x="3051190" y="1441539"/>
                </a:lnTo>
                <a:cubicBezTo>
                  <a:pt x="3054398" y="1437698"/>
                  <a:pt x="3057438" y="1432620"/>
                  <a:pt x="3060639" y="1430925"/>
                </a:cubicBezTo>
                <a:close/>
                <a:moveTo>
                  <a:pt x="3281456" y="1417633"/>
                </a:moveTo>
                <a:lnTo>
                  <a:pt x="3274715" y="1424355"/>
                </a:lnTo>
                <a:lnTo>
                  <a:pt x="3277478" y="1426991"/>
                </a:lnTo>
                <a:close/>
                <a:moveTo>
                  <a:pt x="3348576" y="1412993"/>
                </a:moveTo>
                <a:lnTo>
                  <a:pt x="3343273" y="1415485"/>
                </a:lnTo>
                <a:lnTo>
                  <a:pt x="3298224" y="1461410"/>
                </a:lnTo>
                <a:close/>
                <a:moveTo>
                  <a:pt x="2944109" y="1410520"/>
                </a:moveTo>
                <a:lnTo>
                  <a:pt x="2943732" y="1410784"/>
                </a:lnTo>
                <a:cubicBezTo>
                  <a:pt x="2937505" y="1414719"/>
                  <a:pt x="2931337" y="1418607"/>
                  <a:pt x="2926004" y="1423204"/>
                </a:cubicBezTo>
                <a:cubicBezTo>
                  <a:pt x="2920674" y="1427802"/>
                  <a:pt x="2916180" y="1433111"/>
                  <a:pt x="2913306" y="1439888"/>
                </a:cubicBezTo>
                <a:close/>
                <a:moveTo>
                  <a:pt x="2996396" y="1403881"/>
                </a:moveTo>
                <a:cubicBezTo>
                  <a:pt x="2990742" y="1408187"/>
                  <a:pt x="2983281" y="1411218"/>
                  <a:pt x="2976754" y="1415017"/>
                </a:cubicBezTo>
                <a:cubicBezTo>
                  <a:pt x="2970226" y="1418814"/>
                  <a:pt x="2964629" y="1423381"/>
                  <a:pt x="2962702" y="1430759"/>
                </a:cubicBezTo>
                <a:cubicBezTo>
                  <a:pt x="2948905" y="1449809"/>
                  <a:pt x="2926910" y="1460076"/>
                  <a:pt x="2913358" y="1475316"/>
                </a:cubicBezTo>
                <a:lnTo>
                  <a:pt x="2908533" y="1483615"/>
                </a:lnTo>
                <a:close/>
                <a:moveTo>
                  <a:pt x="3750537" y="1399216"/>
                </a:moveTo>
                <a:lnTo>
                  <a:pt x="3745332" y="1404075"/>
                </a:lnTo>
                <a:lnTo>
                  <a:pt x="3743526" y="1408604"/>
                </a:lnTo>
                <a:close/>
                <a:moveTo>
                  <a:pt x="3026063" y="1396789"/>
                </a:moveTo>
                <a:lnTo>
                  <a:pt x="2935007" y="1481472"/>
                </a:lnTo>
                <a:cubicBezTo>
                  <a:pt x="2978455" y="1461304"/>
                  <a:pt x="2996329" y="1427772"/>
                  <a:pt x="3026063" y="1396789"/>
                </a:cubicBezTo>
                <a:close/>
                <a:moveTo>
                  <a:pt x="2814999" y="1393567"/>
                </a:moveTo>
                <a:lnTo>
                  <a:pt x="2804221" y="1403582"/>
                </a:lnTo>
                <a:lnTo>
                  <a:pt x="2807351" y="1405920"/>
                </a:lnTo>
                <a:lnTo>
                  <a:pt x="2817761" y="1396203"/>
                </a:lnTo>
                <a:close/>
                <a:moveTo>
                  <a:pt x="3376106" y="1383806"/>
                </a:moveTo>
                <a:lnTo>
                  <a:pt x="3369366" y="1390528"/>
                </a:lnTo>
                <a:lnTo>
                  <a:pt x="3370931" y="1391697"/>
                </a:lnTo>
                <a:lnTo>
                  <a:pt x="3377971" y="1385341"/>
                </a:lnTo>
                <a:close/>
                <a:moveTo>
                  <a:pt x="2975534" y="1380559"/>
                </a:moveTo>
                <a:lnTo>
                  <a:pt x="2944109" y="1410520"/>
                </a:lnTo>
                <a:lnTo>
                  <a:pt x="2961802" y="1398084"/>
                </a:lnTo>
                <a:cubicBezTo>
                  <a:pt x="2967362" y="1393300"/>
                  <a:pt x="2972200" y="1387710"/>
                  <a:pt x="2975534" y="1380559"/>
                </a:cubicBezTo>
                <a:close/>
                <a:moveTo>
                  <a:pt x="3321329" y="1379600"/>
                </a:moveTo>
                <a:lnTo>
                  <a:pt x="3315758" y="1384758"/>
                </a:lnTo>
                <a:lnTo>
                  <a:pt x="3317351" y="1388958"/>
                </a:lnTo>
                <a:close/>
                <a:moveTo>
                  <a:pt x="2961511" y="1376107"/>
                </a:moveTo>
                <a:lnTo>
                  <a:pt x="2948610" y="1380521"/>
                </a:lnTo>
                <a:lnTo>
                  <a:pt x="2940991" y="1395906"/>
                </a:lnTo>
                <a:cubicBezTo>
                  <a:pt x="2949324" y="1393384"/>
                  <a:pt x="2966842" y="1376647"/>
                  <a:pt x="2961511" y="1376107"/>
                </a:cubicBezTo>
                <a:close/>
                <a:moveTo>
                  <a:pt x="3373556" y="1372440"/>
                </a:moveTo>
                <a:lnTo>
                  <a:pt x="3370456" y="1373135"/>
                </a:lnTo>
                <a:lnTo>
                  <a:pt x="3345928" y="1399260"/>
                </a:lnTo>
                <a:close/>
                <a:moveTo>
                  <a:pt x="3214749" y="1365090"/>
                </a:moveTo>
                <a:cubicBezTo>
                  <a:pt x="3204949" y="1384546"/>
                  <a:pt x="3170194" y="1396171"/>
                  <a:pt x="3152652" y="1414035"/>
                </a:cubicBezTo>
                <a:cubicBezTo>
                  <a:pt x="3146804" y="1419990"/>
                  <a:pt x="3142869" y="1426639"/>
                  <a:pt x="3142409" y="1434503"/>
                </a:cubicBezTo>
                <a:cubicBezTo>
                  <a:pt x="3152760" y="1418722"/>
                  <a:pt x="3174364" y="1411487"/>
                  <a:pt x="3183925" y="1413466"/>
                </a:cubicBezTo>
                <a:lnTo>
                  <a:pt x="3178479" y="1424023"/>
                </a:lnTo>
                <a:lnTo>
                  <a:pt x="3190424" y="1412442"/>
                </a:lnTo>
                <a:cubicBezTo>
                  <a:pt x="3185044" y="1399106"/>
                  <a:pt x="3213929" y="1379818"/>
                  <a:pt x="3214749" y="1365090"/>
                </a:cubicBezTo>
                <a:close/>
                <a:moveTo>
                  <a:pt x="3558951" y="1359932"/>
                </a:moveTo>
                <a:cubicBezTo>
                  <a:pt x="3536045" y="1393290"/>
                  <a:pt x="3494722" y="1419058"/>
                  <a:pt x="3464062" y="1445909"/>
                </a:cubicBezTo>
                <a:cubicBezTo>
                  <a:pt x="3468784" y="1452446"/>
                  <a:pt x="3467906" y="1461109"/>
                  <a:pt x="3478644" y="1454793"/>
                </a:cubicBezTo>
                <a:lnTo>
                  <a:pt x="3469624" y="1447482"/>
                </a:lnTo>
                <a:cubicBezTo>
                  <a:pt x="3474926" y="1444990"/>
                  <a:pt x="3478538" y="1435931"/>
                  <a:pt x="3485065" y="1437939"/>
                </a:cubicBezTo>
                <a:lnTo>
                  <a:pt x="3482922" y="1445801"/>
                </a:lnTo>
                <a:cubicBezTo>
                  <a:pt x="3512414" y="1420515"/>
                  <a:pt x="3535474" y="1395589"/>
                  <a:pt x="3566773" y="1365774"/>
                </a:cubicBezTo>
                <a:lnTo>
                  <a:pt x="3555069" y="1371657"/>
                </a:lnTo>
                <a:close/>
                <a:moveTo>
                  <a:pt x="3341849" y="1359800"/>
                </a:moveTo>
                <a:lnTo>
                  <a:pt x="3336645" y="1364658"/>
                </a:lnTo>
                <a:lnTo>
                  <a:pt x="3331198" y="1375214"/>
                </a:lnTo>
                <a:close/>
                <a:moveTo>
                  <a:pt x="3042642" y="1359423"/>
                </a:moveTo>
                <a:lnTo>
                  <a:pt x="3036509" y="1360148"/>
                </a:lnTo>
                <a:lnTo>
                  <a:pt x="3015081" y="1385577"/>
                </a:lnTo>
                <a:close/>
                <a:moveTo>
                  <a:pt x="3394502" y="1358407"/>
                </a:moveTo>
                <a:lnTo>
                  <a:pt x="3382189" y="1370286"/>
                </a:lnTo>
                <a:lnTo>
                  <a:pt x="3383455" y="1371087"/>
                </a:lnTo>
                <a:close/>
                <a:moveTo>
                  <a:pt x="3073904" y="1356533"/>
                </a:moveTo>
                <a:lnTo>
                  <a:pt x="3032436" y="1390366"/>
                </a:lnTo>
                <a:cubicBezTo>
                  <a:pt x="3049317" y="1376593"/>
                  <a:pt x="3066014" y="1374585"/>
                  <a:pt x="3073904" y="1356533"/>
                </a:cubicBezTo>
                <a:close/>
                <a:moveTo>
                  <a:pt x="3132659" y="1351383"/>
                </a:moveTo>
                <a:lnTo>
                  <a:pt x="3093423" y="1386451"/>
                </a:lnTo>
                <a:cubicBezTo>
                  <a:pt x="3067301" y="1408376"/>
                  <a:pt x="3028277" y="1434714"/>
                  <a:pt x="3028781" y="1456307"/>
                </a:cubicBezTo>
                <a:cubicBezTo>
                  <a:pt x="3032151" y="1452946"/>
                  <a:pt x="3033860" y="1446051"/>
                  <a:pt x="3040755" y="1447759"/>
                </a:cubicBezTo>
                <a:lnTo>
                  <a:pt x="3033463" y="1456612"/>
                </a:lnTo>
                <a:lnTo>
                  <a:pt x="3048564" y="1442339"/>
                </a:lnTo>
                <a:lnTo>
                  <a:pt x="3040726" y="1444728"/>
                </a:lnTo>
                <a:cubicBezTo>
                  <a:pt x="3052671" y="1433147"/>
                  <a:pt x="3070430" y="1410712"/>
                  <a:pt x="3085167" y="1404801"/>
                </a:cubicBezTo>
                <a:cubicBezTo>
                  <a:pt x="3084898" y="1407466"/>
                  <a:pt x="3084926" y="1410499"/>
                  <a:pt x="3081894" y="1410528"/>
                </a:cubicBezTo>
                <a:lnTo>
                  <a:pt x="3104009" y="1394930"/>
                </a:lnTo>
                <a:cubicBezTo>
                  <a:pt x="3099344" y="1394457"/>
                  <a:pt x="3087031" y="1406335"/>
                  <a:pt x="3091009" y="1396978"/>
                </a:cubicBezTo>
                <a:lnTo>
                  <a:pt x="3109725" y="1381707"/>
                </a:lnTo>
                <a:cubicBezTo>
                  <a:pt x="3123331" y="1373662"/>
                  <a:pt x="3138135" y="1343858"/>
                  <a:pt x="3132659" y="1351383"/>
                </a:cubicBezTo>
                <a:close/>
                <a:moveTo>
                  <a:pt x="3061994" y="1341189"/>
                </a:moveTo>
                <a:lnTo>
                  <a:pt x="3053419" y="1349408"/>
                </a:lnTo>
                <a:lnTo>
                  <a:pt x="3057746" y="1353213"/>
                </a:lnTo>
                <a:close/>
                <a:moveTo>
                  <a:pt x="3622861" y="1337126"/>
                </a:moveTo>
                <a:lnTo>
                  <a:pt x="3594934" y="1363580"/>
                </a:lnTo>
                <a:lnTo>
                  <a:pt x="3598362" y="1366283"/>
                </a:lnTo>
                <a:lnTo>
                  <a:pt x="3625991" y="1339463"/>
                </a:lnTo>
                <a:close/>
                <a:moveTo>
                  <a:pt x="3156879" y="1331622"/>
                </a:moveTo>
                <a:lnTo>
                  <a:pt x="3146101" y="1341638"/>
                </a:lnTo>
                <a:lnTo>
                  <a:pt x="3150797" y="1345143"/>
                </a:lnTo>
                <a:lnTo>
                  <a:pt x="3161572" y="1335127"/>
                </a:lnTo>
                <a:close/>
                <a:moveTo>
                  <a:pt x="3077677" y="1325949"/>
                </a:moveTo>
                <a:cubicBezTo>
                  <a:pt x="3072346" y="1325408"/>
                  <a:pt x="3069343" y="1328470"/>
                  <a:pt x="3067508" y="1329967"/>
                </a:cubicBezTo>
                <a:cubicBezTo>
                  <a:pt x="3067171" y="1333299"/>
                  <a:pt x="3066900" y="1335964"/>
                  <a:pt x="3068832" y="1336834"/>
                </a:cubicBezTo>
                <a:close/>
                <a:moveTo>
                  <a:pt x="3105075" y="1321320"/>
                </a:moveTo>
                <a:lnTo>
                  <a:pt x="3077515" y="1347475"/>
                </a:lnTo>
                <a:lnTo>
                  <a:pt x="3080943" y="1350178"/>
                </a:lnTo>
                <a:lnTo>
                  <a:pt x="3108205" y="1323657"/>
                </a:lnTo>
                <a:close/>
                <a:moveTo>
                  <a:pt x="3281303" y="1309566"/>
                </a:moveTo>
                <a:lnTo>
                  <a:pt x="3269840" y="1309751"/>
                </a:lnTo>
                <a:cubicBezTo>
                  <a:pt x="3249049" y="1332215"/>
                  <a:pt x="3230845" y="1339122"/>
                  <a:pt x="3219954" y="1360234"/>
                </a:cubicBezTo>
                <a:cubicBezTo>
                  <a:pt x="3253850" y="1354582"/>
                  <a:pt x="3251095" y="1321988"/>
                  <a:pt x="3281303" y="1309566"/>
                </a:cubicBezTo>
                <a:close/>
                <a:moveTo>
                  <a:pt x="3488475" y="1308328"/>
                </a:moveTo>
                <a:lnTo>
                  <a:pt x="3484988" y="1309641"/>
                </a:lnTo>
                <a:cubicBezTo>
                  <a:pt x="3483223" y="1311692"/>
                  <a:pt x="3481769" y="1314405"/>
                  <a:pt x="3479901" y="1316236"/>
                </a:cubicBezTo>
                <a:close/>
                <a:moveTo>
                  <a:pt x="3052344" y="1306887"/>
                </a:moveTo>
                <a:cubicBezTo>
                  <a:pt x="3033629" y="1322155"/>
                  <a:pt x="3013824" y="1354818"/>
                  <a:pt x="2990993" y="1357554"/>
                </a:cubicBezTo>
                <a:lnTo>
                  <a:pt x="3001741" y="1344506"/>
                </a:lnTo>
                <a:cubicBezTo>
                  <a:pt x="2997336" y="1343974"/>
                  <a:pt x="2994250" y="1344735"/>
                  <a:pt x="2991882" y="1346245"/>
                </a:cubicBezTo>
                <a:cubicBezTo>
                  <a:pt x="2984780" y="1350781"/>
                  <a:pt x="2984140" y="1362076"/>
                  <a:pt x="2973687" y="1365560"/>
                </a:cubicBezTo>
                <a:lnTo>
                  <a:pt x="2986890" y="1361512"/>
                </a:lnTo>
                <a:lnTo>
                  <a:pt x="2986407" y="1372909"/>
                </a:lnTo>
                <a:cubicBezTo>
                  <a:pt x="3002939" y="1345974"/>
                  <a:pt x="3035638" y="1338853"/>
                  <a:pt x="3056671" y="1310691"/>
                </a:cubicBezTo>
                <a:close/>
                <a:moveTo>
                  <a:pt x="3431969" y="1300942"/>
                </a:moveTo>
                <a:cubicBezTo>
                  <a:pt x="3387259" y="1343534"/>
                  <a:pt x="3314666" y="1402149"/>
                  <a:pt x="3269347" y="1450739"/>
                </a:cubicBezTo>
                <a:cubicBezTo>
                  <a:pt x="3331731" y="1399840"/>
                  <a:pt x="3384506" y="1357393"/>
                  <a:pt x="3431969" y="1300942"/>
                </a:cubicBezTo>
                <a:close/>
                <a:moveTo>
                  <a:pt x="3132762" y="1300565"/>
                </a:moveTo>
                <a:lnTo>
                  <a:pt x="3113409" y="1318798"/>
                </a:lnTo>
                <a:lnTo>
                  <a:pt x="3114975" y="1319968"/>
                </a:lnTo>
                <a:close/>
                <a:moveTo>
                  <a:pt x="3196085" y="1293522"/>
                </a:moveTo>
                <a:lnTo>
                  <a:pt x="3166622" y="1321839"/>
                </a:lnTo>
                <a:cubicBezTo>
                  <a:pt x="3184953" y="1320331"/>
                  <a:pt x="3187144" y="1302039"/>
                  <a:pt x="3196085" y="1293522"/>
                </a:cubicBezTo>
                <a:close/>
                <a:moveTo>
                  <a:pt x="3115348" y="1289711"/>
                </a:moveTo>
                <a:lnTo>
                  <a:pt x="3106405" y="1298229"/>
                </a:lnTo>
                <a:lnTo>
                  <a:pt x="3109565" y="1303599"/>
                </a:lnTo>
                <a:close/>
                <a:moveTo>
                  <a:pt x="3074797" y="1287957"/>
                </a:moveTo>
                <a:cubicBezTo>
                  <a:pt x="3071765" y="1287985"/>
                  <a:pt x="3068027" y="1291646"/>
                  <a:pt x="3065024" y="1294708"/>
                </a:cubicBezTo>
                <a:lnTo>
                  <a:pt x="3066222" y="1296176"/>
                </a:lnTo>
                <a:close/>
                <a:moveTo>
                  <a:pt x="2915014" y="1286904"/>
                </a:moveTo>
                <a:cubicBezTo>
                  <a:pt x="2843620" y="1346988"/>
                  <a:pt x="2781816" y="1412083"/>
                  <a:pt x="2714653" y="1473605"/>
                </a:cubicBezTo>
                <a:lnTo>
                  <a:pt x="2717482" y="1475575"/>
                </a:lnTo>
                <a:lnTo>
                  <a:pt x="2919708" y="1290408"/>
                </a:lnTo>
                <a:close/>
                <a:moveTo>
                  <a:pt x="3485712" y="1282155"/>
                </a:moveTo>
                <a:lnTo>
                  <a:pt x="3469730" y="1297028"/>
                </a:lnTo>
                <a:lnTo>
                  <a:pt x="3471295" y="1298196"/>
                </a:lnTo>
                <a:lnTo>
                  <a:pt x="3487277" y="1283323"/>
                </a:lnTo>
                <a:close/>
                <a:moveTo>
                  <a:pt x="3657267" y="1276658"/>
                </a:moveTo>
                <a:cubicBezTo>
                  <a:pt x="3647397" y="1281043"/>
                  <a:pt x="3636920" y="1291426"/>
                  <a:pt x="3626750" y="1295444"/>
                </a:cubicBezTo>
                <a:cubicBezTo>
                  <a:pt x="3612661" y="1314886"/>
                  <a:pt x="3581576" y="1335970"/>
                  <a:pt x="3573813" y="1359419"/>
                </a:cubicBezTo>
                <a:close/>
                <a:moveTo>
                  <a:pt x="2928428" y="1274126"/>
                </a:moveTo>
                <a:lnTo>
                  <a:pt x="2921755" y="1280182"/>
                </a:lnTo>
                <a:lnTo>
                  <a:pt x="2922952" y="1281650"/>
                </a:lnTo>
                <a:lnTo>
                  <a:pt x="2929992" y="1275295"/>
                </a:lnTo>
                <a:close/>
                <a:moveTo>
                  <a:pt x="3218441" y="1272225"/>
                </a:moveTo>
                <a:cubicBezTo>
                  <a:pt x="3213236" y="1277083"/>
                  <a:pt x="3203095" y="1284134"/>
                  <a:pt x="3204419" y="1291000"/>
                </a:cubicBezTo>
                <a:lnTo>
                  <a:pt x="3219127" y="1282056"/>
                </a:lnTo>
                <a:cubicBezTo>
                  <a:pt x="3219765" y="1279091"/>
                  <a:pt x="3221570" y="1274562"/>
                  <a:pt x="3218441" y="1272225"/>
                </a:cubicBezTo>
                <a:close/>
                <a:moveTo>
                  <a:pt x="3081121" y="1268738"/>
                </a:moveTo>
                <a:lnTo>
                  <a:pt x="3075549" y="1273895"/>
                </a:lnTo>
                <a:lnTo>
                  <a:pt x="3084598" y="1284237"/>
                </a:lnTo>
                <a:close/>
                <a:moveTo>
                  <a:pt x="3172268" y="1262831"/>
                </a:moveTo>
                <a:lnTo>
                  <a:pt x="3156286" y="1277705"/>
                </a:lnTo>
                <a:lnTo>
                  <a:pt x="3157851" y="1278872"/>
                </a:lnTo>
                <a:lnTo>
                  <a:pt x="3173534" y="1263632"/>
                </a:lnTo>
                <a:close/>
                <a:moveTo>
                  <a:pt x="3491341" y="1259836"/>
                </a:moveTo>
                <a:lnTo>
                  <a:pt x="3486406" y="1262029"/>
                </a:lnTo>
                <a:lnTo>
                  <a:pt x="3477252" y="1279278"/>
                </a:lnTo>
                <a:close/>
                <a:moveTo>
                  <a:pt x="3509603" y="1258995"/>
                </a:moveTo>
                <a:lnTo>
                  <a:pt x="3502863" y="1265716"/>
                </a:lnTo>
                <a:lnTo>
                  <a:pt x="3504427" y="1266885"/>
                </a:lnTo>
                <a:lnTo>
                  <a:pt x="3511168" y="1260162"/>
                </a:lnTo>
                <a:close/>
                <a:moveTo>
                  <a:pt x="3336764" y="1253926"/>
                </a:moveTo>
                <a:cubicBezTo>
                  <a:pt x="3333683" y="1252772"/>
                  <a:pt x="3331624" y="1253994"/>
                  <a:pt x="3329672" y="1255816"/>
                </a:cubicBezTo>
                <a:cubicBezTo>
                  <a:pt x="3327720" y="1257638"/>
                  <a:pt x="3325875" y="1260059"/>
                  <a:pt x="3323225" y="1261306"/>
                </a:cubicBezTo>
                <a:lnTo>
                  <a:pt x="3330979" y="1267815"/>
                </a:lnTo>
                <a:close/>
                <a:moveTo>
                  <a:pt x="3247692" y="1252638"/>
                </a:moveTo>
                <a:cubicBezTo>
                  <a:pt x="3240923" y="1256329"/>
                  <a:pt x="3234423" y="1257352"/>
                  <a:pt x="3229218" y="1262210"/>
                </a:cubicBezTo>
                <a:lnTo>
                  <a:pt x="3235477" y="1266885"/>
                </a:lnTo>
                <a:close/>
                <a:moveTo>
                  <a:pt x="3487526" y="1247668"/>
                </a:moveTo>
                <a:lnTo>
                  <a:pt x="3436875" y="1295718"/>
                </a:lnTo>
                <a:lnTo>
                  <a:pt x="3440004" y="1298054"/>
                </a:lnTo>
                <a:close/>
                <a:moveTo>
                  <a:pt x="3387793" y="1245298"/>
                </a:moveTo>
                <a:lnTo>
                  <a:pt x="3064751" y="1543097"/>
                </a:lnTo>
                <a:lnTo>
                  <a:pt x="3069744" y="1546970"/>
                </a:lnTo>
                <a:cubicBezTo>
                  <a:pt x="3178741" y="1451316"/>
                  <a:pt x="3280785" y="1347887"/>
                  <a:pt x="3387793" y="1245298"/>
                </a:cubicBezTo>
                <a:close/>
                <a:moveTo>
                  <a:pt x="3122879" y="1242003"/>
                </a:moveTo>
                <a:lnTo>
                  <a:pt x="3096911" y="1272358"/>
                </a:lnTo>
                <a:lnTo>
                  <a:pt x="3127206" y="1245808"/>
                </a:lnTo>
                <a:close/>
                <a:moveTo>
                  <a:pt x="3725697" y="1239164"/>
                </a:moveTo>
                <a:lnTo>
                  <a:pt x="3628066" y="1332268"/>
                </a:lnTo>
                <a:lnTo>
                  <a:pt x="3631195" y="1334606"/>
                </a:lnTo>
                <a:lnTo>
                  <a:pt x="3728827" y="1241502"/>
                </a:lnTo>
                <a:close/>
                <a:moveTo>
                  <a:pt x="3567884" y="1235281"/>
                </a:moveTo>
                <a:lnTo>
                  <a:pt x="3564882" y="1238344"/>
                </a:lnTo>
                <a:lnTo>
                  <a:pt x="3562709" y="1243172"/>
                </a:lnTo>
                <a:close/>
                <a:moveTo>
                  <a:pt x="3119990" y="1233968"/>
                </a:moveTo>
                <a:lnTo>
                  <a:pt x="3114785" y="1238827"/>
                </a:lnTo>
                <a:lnTo>
                  <a:pt x="3114544" y="1244524"/>
                </a:lnTo>
                <a:close/>
                <a:moveTo>
                  <a:pt x="3263520" y="1229333"/>
                </a:moveTo>
                <a:cubicBezTo>
                  <a:pt x="3264206" y="1239164"/>
                  <a:pt x="3241647" y="1239233"/>
                  <a:pt x="3252898" y="1247780"/>
                </a:cubicBezTo>
                <a:lnTo>
                  <a:pt x="3268213" y="1232838"/>
                </a:lnTo>
                <a:close/>
                <a:moveTo>
                  <a:pt x="3210306" y="1226295"/>
                </a:moveTo>
                <a:lnTo>
                  <a:pt x="3204734" y="1231453"/>
                </a:lnTo>
                <a:lnTo>
                  <a:pt x="3183576" y="1254216"/>
                </a:lnTo>
                <a:close/>
                <a:moveTo>
                  <a:pt x="3014616" y="1225792"/>
                </a:moveTo>
                <a:lnTo>
                  <a:pt x="3006767" y="1228548"/>
                </a:lnTo>
                <a:lnTo>
                  <a:pt x="3009895" y="1230885"/>
                </a:lnTo>
                <a:close/>
                <a:moveTo>
                  <a:pt x="3021870" y="1222337"/>
                </a:moveTo>
                <a:cubicBezTo>
                  <a:pt x="3019572" y="1221768"/>
                  <a:pt x="3017420" y="1223064"/>
                  <a:pt x="3015422" y="1224924"/>
                </a:cubicBezTo>
                <a:lnTo>
                  <a:pt x="3014616" y="1225792"/>
                </a:lnTo>
                <a:lnTo>
                  <a:pt x="3022113" y="1223162"/>
                </a:lnTo>
                <a:lnTo>
                  <a:pt x="3022141" y="1223138"/>
                </a:lnTo>
                <a:close/>
                <a:moveTo>
                  <a:pt x="3283799" y="1215233"/>
                </a:moveTo>
                <a:lnTo>
                  <a:pt x="3278594" y="1220091"/>
                </a:lnTo>
                <a:lnTo>
                  <a:pt x="3275252" y="1226483"/>
                </a:lnTo>
                <a:close/>
                <a:moveTo>
                  <a:pt x="3204627" y="1212591"/>
                </a:moveTo>
                <a:lnTo>
                  <a:pt x="3179046" y="1229184"/>
                </a:lnTo>
                <a:lnTo>
                  <a:pt x="3178168" y="1237847"/>
                </a:lnTo>
                <a:close/>
                <a:moveTo>
                  <a:pt x="3083900" y="1211458"/>
                </a:moveTo>
                <a:cubicBezTo>
                  <a:pt x="3072435" y="1211643"/>
                  <a:pt x="3066033" y="1215034"/>
                  <a:pt x="3057091" y="1223552"/>
                </a:cubicBezTo>
                <a:lnTo>
                  <a:pt x="3061784" y="1227057"/>
                </a:lnTo>
                <a:lnTo>
                  <a:pt x="3017074" y="1269650"/>
                </a:lnTo>
                <a:cubicBezTo>
                  <a:pt x="3036059" y="1251714"/>
                  <a:pt x="3073277" y="1229906"/>
                  <a:pt x="3083900" y="1211458"/>
                </a:cubicBezTo>
                <a:close/>
                <a:moveTo>
                  <a:pt x="3612209" y="1206452"/>
                </a:moveTo>
                <a:lnTo>
                  <a:pt x="3582873" y="1240168"/>
                </a:lnTo>
                <a:lnTo>
                  <a:pt x="3578179" y="1236662"/>
                </a:lnTo>
                <a:lnTo>
                  <a:pt x="3577301" y="1245325"/>
                </a:lnTo>
                <a:lnTo>
                  <a:pt x="3549565" y="1253285"/>
                </a:lnTo>
                <a:lnTo>
                  <a:pt x="3560450" y="1262130"/>
                </a:lnTo>
                <a:lnTo>
                  <a:pt x="3617203" y="1210324"/>
                </a:lnTo>
                <a:close/>
                <a:moveTo>
                  <a:pt x="3005335" y="1202820"/>
                </a:moveTo>
                <a:cubicBezTo>
                  <a:pt x="2986408" y="1226821"/>
                  <a:pt x="2954732" y="1240439"/>
                  <a:pt x="2938201" y="1267375"/>
                </a:cubicBezTo>
                <a:cubicBezTo>
                  <a:pt x="2958847" y="1252975"/>
                  <a:pt x="2992782" y="1220397"/>
                  <a:pt x="3005335" y="1202820"/>
                </a:cubicBezTo>
                <a:close/>
                <a:moveTo>
                  <a:pt x="3170720" y="1201747"/>
                </a:moveTo>
                <a:cubicBezTo>
                  <a:pt x="3166871" y="1201525"/>
                  <a:pt x="3164337" y="1203288"/>
                  <a:pt x="3161917" y="1205568"/>
                </a:cubicBezTo>
                <a:cubicBezTo>
                  <a:pt x="3159498" y="1207847"/>
                  <a:pt x="3157195" y="1210643"/>
                  <a:pt x="3153810" y="1212488"/>
                </a:cubicBezTo>
                <a:lnTo>
                  <a:pt x="3158504" y="1215993"/>
                </a:lnTo>
                <a:close/>
                <a:moveTo>
                  <a:pt x="3059986" y="1201628"/>
                </a:moveTo>
                <a:cubicBezTo>
                  <a:pt x="3048842" y="1200330"/>
                  <a:pt x="3041561" y="1206577"/>
                  <a:pt x="3034054" y="1213390"/>
                </a:cubicBezTo>
                <a:lnTo>
                  <a:pt x="3022141" y="1223138"/>
                </a:lnTo>
                <a:lnTo>
                  <a:pt x="3023164" y="1226171"/>
                </a:lnTo>
                <a:cubicBezTo>
                  <a:pt x="3022653" y="1234535"/>
                  <a:pt x="3002006" y="1248935"/>
                  <a:pt x="2992985" y="1241626"/>
                </a:cubicBezTo>
                <a:lnTo>
                  <a:pt x="3004208" y="1247138"/>
                </a:lnTo>
                <a:cubicBezTo>
                  <a:pt x="3010226" y="1257511"/>
                  <a:pt x="2984807" y="1252578"/>
                  <a:pt x="2996589" y="1262523"/>
                </a:cubicBezTo>
                <a:lnTo>
                  <a:pt x="3011905" y="1247583"/>
                </a:lnTo>
                <a:cubicBezTo>
                  <a:pt x="3031943" y="1239179"/>
                  <a:pt x="3021840" y="1219305"/>
                  <a:pt x="3041368" y="1219265"/>
                </a:cubicBezTo>
                <a:close/>
                <a:moveTo>
                  <a:pt x="3542473" y="1200390"/>
                </a:moveTo>
                <a:lnTo>
                  <a:pt x="3499442" y="1233055"/>
                </a:lnTo>
                <a:cubicBezTo>
                  <a:pt x="3505391" y="1244094"/>
                  <a:pt x="3511416" y="1224508"/>
                  <a:pt x="3517945" y="1226517"/>
                </a:cubicBezTo>
                <a:lnTo>
                  <a:pt x="3519027" y="1239080"/>
                </a:lnTo>
                <a:cubicBezTo>
                  <a:pt x="3539162" y="1233043"/>
                  <a:pt x="3545121" y="1214123"/>
                  <a:pt x="3553696" y="1205905"/>
                </a:cubicBezTo>
                <a:cubicBezTo>
                  <a:pt x="3537269" y="1205249"/>
                  <a:pt x="3542436" y="1227316"/>
                  <a:pt x="3524445" y="1225492"/>
                </a:cubicBezTo>
                <a:cubicBezTo>
                  <a:pt x="3519064" y="1212155"/>
                  <a:pt x="3541354" y="1214752"/>
                  <a:pt x="3542473" y="1200390"/>
                </a:cubicBezTo>
                <a:close/>
                <a:moveTo>
                  <a:pt x="3438077" y="1197549"/>
                </a:moveTo>
                <a:cubicBezTo>
                  <a:pt x="3431322" y="1202754"/>
                  <a:pt x="3421865" y="1209705"/>
                  <a:pt x="3414270" y="1216972"/>
                </a:cubicBezTo>
                <a:cubicBezTo>
                  <a:pt x="3406674" y="1224239"/>
                  <a:pt x="3400941" y="1231821"/>
                  <a:pt x="3401632" y="1238286"/>
                </a:cubicBezTo>
                <a:close/>
                <a:moveTo>
                  <a:pt x="3392464" y="1192587"/>
                </a:moveTo>
                <a:lnTo>
                  <a:pt x="3389161" y="1195283"/>
                </a:lnTo>
                <a:lnTo>
                  <a:pt x="3387114" y="1205511"/>
                </a:lnTo>
                <a:close/>
                <a:moveTo>
                  <a:pt x="3104719" y="1192027"/>
                </a:moveTo>
                <a:cubicBezTo>
                  <a:pt x="3101320" y="1192355"/>
                  <a:pt x="3098288" y="1192384"/>
                  <a:pt x="3096752" y="1194248"/>
                </a:cubicBezTo>
                <a:cubicBezTo>
                  <a:pt x="3096115" y="1197214"/>
                  <a:pt x="3096144" y="1200246"/>
                  <a:pt x="3099544" y="1199917"/>
                </a:cubicBezTo>
                <a:close/>
                <a:moveTo>
                  <a:pt x="3644735" y="1181138"/>
                </a:moveTo>
                <a:cubicBezTo>
                  <a:pt x="3641656" y="1179984"/>
                  <a:pt x="3639503" y="1181280"/>
                  <a:pt x="3637551" y="1183102"/>
                </a:cubicBezTo>
                <a:cubicBezTo>
                  <a:pt x="3635600" y="1184924"/>
                  <a:pt x="3633847" y="1187271"/>
                  <a:pt x="3631563" y="1188217"/>
                </a:cubicBezTo>
                <a:lnTo>
                  <a:pt x="3635889" y="1192023"/>
                </a:lnTo>
                <a:close/>
                <a:moveTo>
                  <a:pt x="3070251" y="1176751"/>
                </a:moveTo>
                <a:lnTo>
                  <a:pt x="3065017" y="1178577"/>
                </a:lnTo>
                <a:lnTo>
                  <a:pt x="3070186" y="1177820"/>
                </a:lnTo>
                <a:close/>
                <a:moveTo>
                  <a:pt x="3772080" y="1170148"/>
                </a:moveTo>
                <a:cubicBezTo>
                  <a:pt x="3769597" y="1169729"/>
                  <a:pt x="3767445" y="1171025"/>
                  <a:pt x="3765448" y="1172885"/>
                </a:cubicBezTo>
                <a:cubicBezTo>
                  <a:pt x="3763449" y="1174743"/>
                  <a:pt x="3761606" y="1177166"/>
                  <a:pt x="3759737" y="1178995"/>
                </a:cubicBezTo>
                <a:lnTo>
                  <a:pt x="3761301" y="1180164"/>
                </a:lnTo>
                <a:close/>
                <a:moveTo>
                  <a:pt x="3198521" y="1169895"/>
                </a:moveTo>
                <a:lnTo>
                  <a:pt x="3183273" y="1184170"/>
                </a:lnTo>
                <a:lnTo>
                  <a:pt x="3186401" y="1186507"/>
                </a:lnTo>
                <a:lnTo>
                  <a:pt x="3201650" y="1172232"/>
                </a:lnTo>
                <a:close/>
                <a:moveTo>
                  <a:pt x="3569976" y="1168172"/>
                </a:moveTo>
                <a:lnTo>
                  <a:pt x="3553192" y="1184311"/>
                </a:lnTo>
                <a:lnTo>
                  <a:pt x="3556254" y="1187314"/>
                </a:lnTo>
                <a:lnTo>
                  <a:pt x="3573404" y="1170876"/>
                </a:lnTo>
                <a:close/>
                <a:moveTo>
                  <a:pt x="3337183" y="1166787"/>
                </a:moveTo>
                <a:lnTo>
                  <a:pt x="3333417" y="1167415"/>
                </a:lnTo>
                <a:lnTo>
                  <a:pt x="3292404" y="1210046"/>
                </a:lnTo>
                <a:close/>
                <a:moveTo>
                  <a:pt x="3549250" y="1166745"/>
                </a:moveTo>
                <a:lnTo>
                  <a:pt x="3536939" y="1178624"/>
                </a:lnTo>
                <a:lnTo>
                  <a:pt x="3541632" y="1182129"/>
                </a:lnTo>
                <a:close/>
                <a:moveTo>
                  <a:pt x="3044841" y="1165087"/>
                </a:moveTo>
                <a:lnTo>
                  <a:pt x="3013601" y="1200966"/>
                </a:lnTo>
                <a:lnTo>
                  <a:pt x="3049439" y="1166226"/>
                </a:lnTo>
                <a:close/>
                <a:moveTo>
                  <a:pt x="3644629" y="1162276"/>
                </a:moveTo>
                <a:lnTo>
                  <a:pt x="3639057" y="1167434"/>
                </a:lnTo>
                <a:lnTo>
                  <a:pt x="3637618" y="1171664"/>
                </a:lnTo>
                <a:close/>
                <a:moveTo>
                  <a:pt x="3215429" y="1159155"/>
                </a:moveTo>
                <a:lnTo>
                  <a:pt x="3208390" y="1165511"/>
                </a:lnTo>
                <a:lnTo>
                  <a:pt x="3209955" y="1166678"/>
                </a:lnTo>
                <a:lnTo>
                  <a:pt x="3216994" y="1160324"/>
                </a:lnTo>
                <a:close/>
                <a:moveTo>
                  <a:pt x="3283748" y="1155984"/>
                </a:moveTo>
                <a:lnTo>
                  <a:pt x="3233860" y="1206467"/>
                </a:lnTo>
                <a:cubicBezTo>
                  <a:pt x="3252237" y="1194529"/>
                  <a:pt x="3270923" y="1176227"/>
                  <a:pt x="3288441" y="1159488"/>
                </a:cubicBezTo>
                <a:close/>
                <a:moveTo>
                  <a:pt x="3094142" y="1153591"/>
                </a:moveTo>
                <a:cubicBezTo>
                  <a:pt x="3088734" y="1154641"/>
                  <a:pt x="3085294" y="1157027"/>
                  <a:pt x="3082905" y="1159941"/>
                </a:cubicBezTo>
                <a:cubicBezTo>
                  <a:pt x="3078128" y="1165768"/>
                  <a:pt x="3077556" y="1173705"/>
                  <a:pt x="3073848" y="1177284"/>
                </a:cubicBezTo>
                <a:lnTo>
                  <a:pt x="3070186" y="1177820"/>
                </a:lnTo>
                <a:lnTo>
                  <a:pt x="3069740" y="1185115"/>
                </a:lnTo>
                <a:cubicBezTo>
                  <a:pt x="3095458" y="1190415"/>
                  <a:pt x="3067701" y="1165384"/>
                  <a:pt x="3094142" y="1153591"/>
                </a:cubicBezTo>
                <a:close/>
                <a:moveTo>
                  <a:pt x="3352431" y="1152511"/>
                </a:moveTo>
                <a:cubicBezTo>
                  <a:pt x="3349398" y="1152541"/>
                  <a:pt x="3345631" y="1153169"/>
                  <a:pt x="3345661" y="1156201"/>
                </a:cubicBezTo>
                <a:cubicBezTo>
                  <a:pt x="3343827" y="1157698"/>
                  <a:pt x="3344222" y="1160431"/>
                  <a:pt x="3345420" y="1161899"/>
                </a:cubicBezTo>
                <a:close/>
                <a:moveTo>
                  <a:pt x="3232648" y="1142050"/>
                </a:moveTo>
                <a:lnTo>
                  <a:pt x="3225908" y="1148773"/>
                </a:lnTo>
                <a:lnTo>
                  <a:pt x="3227472" y="1149942"/>
                </a:lnTo>
                <a:lnTo>
                  <a:pt x="3234512" y="1143586"/>
                </a:lnTo>
                <a:close/>
                <a:moveTo>
                  <a:pt x="3127420" y="1137442"/>
                </a:moveTo>
                <a:cubicBezTo>
                  <a:pt x="3116382" y="1143391"/>
                  <a:pt x="3115744" y="1146357"/>
                  <a:pt x="3104012" y="1149206"/>
                </a:cubicBezTo>
                <a:lnTo>
                  <a:pt x="3110269" y="1153880"/>
                </a:lnTo>
                <a:close/>
                <a:moveTo>
                  <a:pt x="3804882" y="1135437"/>
                </a:moveTo>
                <a:lnTo>
                  <a:pt x="3789565" y="1150379"/>
                </a:lnTo>
                <a:lnTo>
                  <a:pt x="3791130" y="1151547"/>
                </a:lnTo>
                <a:lnTo>
                  <a:pt x="3806745" y="1136974"/>
                </a:lnTo>
                <a:close/>
                <a:moveTo>
                  <a:pt x="3843705" y="1134324"/>
                </a:moveTo>
                <a:lnTo>
                  <a:pt x="3770843" y="1195606"/>
                </a:lnTo>
                <a:lnTo>
                  <a:pt x="3768429" y="1206133"/>
                </a:lnTo>
                <a:close/>
                <a:moveTo>
                  <a:pt x="3624740" y="1132658"/>
                </a:moveTo>
                <a:lnTo>
                  <a:pt x="3612496" y="1143871"/>
                </a:lnTo>
                <a:lnTo>
                  <a:pt x="3615925" y="1146575"/>
                </a:lnTo>
                <a:lnTo>
                  <a:pt x="3627870" y="1134996"/>
                </a:lnTo>
                <a:close/>
                <a:moveTo>
                  <a:pt x="3078776" y="1132509"/>
                </a:moveTo>
                <a:lnTo>
                  <a:pt x="3056420" y="1153806"/>
                </a:lnTo>
                <a:lnTo>
                  <a:pt x="3059849" y="1156510"/>
                </a:lnTo>
                <a:lnTo>
                  <a:pt x="3082204" y="1135213"/>
                </a:lnTo>
                <a:close/>
                <a:moveTo>
                  <a:pt x="3373222" y="1130048"/>
                </a:moveTo>
                <a:lnTo>
                  <a:pt x="3363179" y="1139464"/>
                </a:lnTo>
                <a:lnTo>
                  <a:pt x="3360735" y="1146959"/>
                </a:lnTo>
                <a:close/>
                <a:moveTo>
                  <a:pt x="3647909" y="1126592"/>
                </a:moveTo>
                <a:lnTo>
                  <a:pt x="3634129" y="1139669"/>
                </a:lnTo>
                <a:lnTo>
                  <a:pt x="3635693" y="1140837"/>
                </a:lnTo>
                <a:lnTo>
                  <a:pt x="3649473" y="1127759"/>
                </a:lnTo>
                <a:close/>
                <a:moveTo>
                  <a:pt x="3250040" y="1119914"/>
                </a:moveTo>
                <a:lnTo>
                  <a:pt x="3237727" y="1131794"/>
                </a:lnTo>
                <a:lnTo>
                  <a:pt x="3241156" y="1134498"/>
                </a:lnTo>
                <a:lnTo>
                  <a:pt x="3253468" y="1122618"/>
                </a:lnTo>
                <a:close/>
                <a:moveTo>
                  <a:pt x="3706104" y="1117008"/>
                </a:moveTo>
                <a:lnTo>
                  <a:pt x="3676611" y="1142293"/>
                </a:lnTo>
                <a:lnTo>
                  <a:pt x="3655580" y="1170456"/>
                </a:lnTo>
                <a:close/>
                <a:moveTo>
                  <a:pt x="3222655" y="1115639"/>
                </a:moveTo>
                <a:lnTo>
                  <a:pt x="3222443" y="1115843"/>
                </a:lnTo>
                <a:lnTo>
                  <a:pt x="3222597" y="1115764"/>
                </a:lnTo>
                <a:close/>
                <a:moveTo>
                  <a:pt x="3097761" y="1114574"/>
                </a:moveTo>
                <a:lnTo>
                  <a:pt x="3085515" y="1125787"/>
                </a:lnTo>
                <a:lnTo>
                  <a:pt x="3088945" y="1128491"/>
                </a:lnTo>
                <a:lnTo>
                  <a:pt x="3101189" y="1117278"/>
                </a:lnTo>
                <a:close/>
                <a:moveTo>
                  <a:pt x="3827972" y="1113543"/>
                </a:moveTo>
                <a:lnTo>
                  <a:pt x="3817495" y="1123926"/>
                </a:lnTo>
                <a:lnTo>
                  <a:pt x="3819059" y="1125093"/>
                </a:lnTo>
                <a:lnTo>
                  <a:pt x="3829836" y="1115078"/>
                </a:lnTo>
                <a:close/>
                <a:moveTo>
                  <a:pt x="3154615" y="1111586"/>
                </a:moveTo>
                <a:lnTo>
                  <a:pt x="3149409" y="1116445"/>
                </a:lnTo>
                <a:lnTo>
                  <a:pt x="3149139" y="1119110"/>
                </a:lnTo>
                <a:close/>
                <a:moveTo>
                  <a:pt x="3672563" y="1105864"/>
                </a:moveTo>
                <a:lnTo>
                  <a:pt x="3666991" y="1111023"/>
                </a:lnTo>
                <a:lnTo>
                  <a:pt x="3667117" y="1116421"/>
                </a:lnTo>
                <a:close/>
                <a:moveTo>
                  <a:pt x="3343871" y="1100816"/>
                </a:moveTo>
                <a:lnTo>
                  <a:pt x="3326353" y="1117553"/>
                </a:lnTo>
                <a:lnTo>
                  <a:pt x="3329482" y="1119891"/>
                </a:lnTo>
                <a:lnTo>
                  <a:pt x="3347000" y="1103154"/>
                </a:lnTo>
                <a:close/>
                <a:moveTo>
                  <a:pt x="3540149" y="1097153"/>
                </a:moveTo>
                <a:cubicBezTo>
                  <a:pt x="3537948" y="1098949"/>
                  <a:pt x="3534945" y="1102012"/>
                  <a:pt x="3534606" y="1105343"/>
                </a:cubicBezTo>
                <a:lnTo>
                  <a:pt x="3539571" y="1106183"/>
                </a:lnTo>
                <a:close/>
                <a:moveTo>
                  <a:pt x="3459877" y="1095410"/>
                </a:moveTo>
                <a:lnTo>
                  <a:pt x="3455038" y="1099969"/>
                </a:lnTo>
                <a:lnTo>
                  <a:pt x="3453262" y="1107531"/>
                </a:lnTo>
                <a:close/>
                <a:moveTo>
                  <a:pt x="3282199" y="1094900"/>
                </a:moveTo>
                <a:lnTo>
                  <a:pt x="3272155" y="1104317"/>
                </a:lnTo>
                <a:lnTo>
                  <a:pt x="3274020" y="1105852"/>
                </a:lnTo>
                <a:lnTo>
                  <a:pt x="3283762" y="1096068"/>
                </a:lnTo>
                <a:close/>
                <a:moveTo>
                  <a:pt x="3668052" y="1090596"/>
                </a:moveTo>
                <a:lnTo>
                  <a:pt x="3657574" y="1100980"/>
                </a:lnTo>
                <a:lnTo>
                  <a:pt x="3671480" y="1093300"/>
                </a:lnTo>
                <a:close/>
                <a:moveTo>
                  <a:pt x="2961067" y="1087454"/>
                </a:moveTo>
                <a:lnTo>
                  <a:pt x="2943763" y="1103378"/>
                </a:lnTo>
                <a:cubicBezTo>
                  <a:pt x="2930364" y="1113928"/>
                  <a:pt x="2915888" y="1123905"/>
                  <a:pt x="2910456" y="1135977"/>
                </a:cubicBezTo>
                <a:cubicBezTo>
                  <a:pt x="2921181" y="1128144"/>
                  <a:pt x="2938035" y="1115462"/>
                  <a:pt x="2951677" y="1102499"/>
                </a:cubicBezTo>
                <a:close/>
                <a:moveTo>
                  <a:pt x="3962267" y="1087101"/>
                </a:moveTo>
                <a:lnTo>
                  <a:pt x="3927019" y="1122405"/>
                </a:lnTo>
                <a:lnTo>
                  <a:pt x="3946044" y="1107672"/>
                </a:lnTo>
                <a:close/>
                <a:moveTo>
                  <a:pt x="2962597" y="1085000"/>
                </a:moveTo>
                <a:lnTo>
                  <a:pt x="2961067" y="1087454"/>
                </a:lnTo>
                <a:lnTo>
                  <a:pt x="2961785" y="1086792"/>
                </a:lnTo>
                <a:close/>
                <a:moveTo>
                  <a:pt x="3743843" y="1080105"/>
                </a:moveTo>
                <a:cubicBezTo>
                  <a:pt x="3740474" y="1083465"/>
                  <a:pt x="3737500" y="1089559"/>
                  <a:pt x="3732169" y="1089018"/>
                </a:cubicBezTo>
                <a:cubicBezTo>
                  <a:pt x="3732438" y="1086353"/>
                  <a:pt x="3732410" y="1083320"/>
                  <a:pt x="3730845" y="1082152"/>
                </a:cubicBezTo>
                <a:cubicBezTo>
                  <a:pt x="3725292" y="1085461"/>
                  <a:pt x="3722811" y="1087523"/>
                  <a:pt x="3722071" y="1088968"/>
                </a:cubicBezTo>
                <a:cubicBezTo>
                  <a:pt x="3719847" y="1093302"/>
                  <a:pt x="3733288" y="1092078"/>
                  <a:pt x="3726451" y="1102240"/>
                </a:cubicBezTo>
                <a:close/>
                <a:moveTo>
                  <a:pt x="3373025" y="1078863"/>
                </a:moveTo>
                <a:lnTo>
                  <a:pt x="3362249" y="1088878"/>
                </a:lnTo>
                <a:lnTo>
                  <a:pt x="3363814" y="1090047"/>
                </a:lnTo>
                <a:close/>
                <a:moveTo>
                  <a:pt x="3143400" y="1076115"/>
                </a:moveTo>
                <a:lnTo>
                  <a:pt x="3112199" y="1108296"/>
                </a:lnTo>
                <a:cubicBezTo>
                  <a:pt x="3121044" y="1097412"/>
                  <a:pt x="3137684" y="1089337"/>
                  <a:pt x="3143400" y="1076115"/>
                </a:cubicBezTo>
                <a:close/>
                <a:moveTo>
                  <a:pt x="3869679" y="1074012"/>
                </a:moveTo>
                <a:lnTo>
                  <a:pt x="3866279" y="1074340"/>
                </a:lnTo>
                <a:lnTo>
                  <a:pt x="3857097" y="1088556"/>
                </a:lnTo>
                <a:close/>
                <a:moveTo>
                  <a:pt x="3306388" y="1072107"/>
                </a:moveTo>
                <a:lnTo>
                  <a:pt x="3302719" y="1075101"/>
                </a:lnTo>
                <a:lnTo>
                  <a:pt x="3290802" y="1089713"/>
                </a:lnTo>
                <a:close/>
                <a:moveTo>
                  <a:pt x="3677409" y="1071349"/>
                </a:moveTo>
                <a:cubicBezTo>
                  <a:pt x="3663629" y="1084427"/>
                  <a:pt x="3641176" y="1103355"/>
                  <a:pt x="3637932" y="1112116"/>
                </a:cubicBezTo>
                <a:close/>
                <a:moveTo>
                  <a:pt x="3272644" y="1067642"/>
                </a:moveTo>
                <a:lnTo>
                  <a:pt x="3261625" y="1077456"/>
                </a:lnTo>
                <a:cubicBezTo>
                  <a:pt x="3250947" y="1085250"/>
                  <a:pt x="3238716" y="1092174"/>
                  <a:pt x="3229372" y="1101325"/>
                </a:cubicBezTo>
                <a:lnTo>
                  <a:pt x="3222655" y="1115639"/>
                </a:lnTo>
                <a:lnTo>
                  <a:pt x="3240365" y="1098679"/>
                </a:lnTo>
                <a:close/>
                <a:moveTo>
                  <a:pt x="3276173" y="1064249"/>
                </a:moveTo>
                <a:lnTo>
                  <a:pt x="3272644" y="1067642"/>
                </a:lnTo>
                <a:lnTo>
                  <a:pt x="3275923" y="1064721"/>
                </a:lnTo>
                <a:close/>
                <a:moveTo>
                  <a:pt x="3702652" y="1058088"/>
                </a:moveTo>
                <a:lnTo>
                  <a:pt x="3692609" y="1067504"/>
                </a:lnTo>
                <a:lnTo>
                  <a:pt x="3695738" y="1069842"/>
                </a:lnTo>
                <a:lnTo>
                  <a:pt x="3705782" y="1060425"/>
                </a:lnTo>
                <a:close/>
                <a:moveTo>
                  <a:pt x="3499084" y="1057309"/>
                </a:moveTo>
                <a:lnTo>
                  <a:pt x="3494544" y="1062234"/>
                </a:lnTo>
                <a:lnTo>
                  <a:pt x="3490934" y="1071293"/>
                </a:lnTo>
                <a:close/>
                <a:moveTo>
                  <a:pt x="3777275" y="1049159"/>
                </a:moveTo>
                <a:cubicBezTo>
                  <a:pt x="3776542" y="1049759"/>
                  <a:pt x="3775009" y="1049940"/>
                  <a:pt x="3773579" y="1050341"/>
                </a:cubicBezTo>
                <a:cubicBezTo>
                  <a:pt x="3772150" y="1050743"/>
                  <a:pt x="3770825" y="1051366"/>
                  <a:pt x="3770506" y="1052849"/>
                </a:cubicBezTo>
                <a:cubicBezTo>
                  <a:pt x="3770236" y="1055513"/>
                  <a:pt x="3768402" y="1057011"/>
                  <a:pt x="3772128" y="1060082"/>
                </a:cubicBezTo>
                <a:close/>
                <a:moveTo>
                  <a:pt x="3293589" y="1047500"/>
                </a:moveTo>
                <a:lnTo>
                  <a:pt x="3284561" y="1048351"/>
                </a:lnTo>
                <a:lnTo>
                  <a:pt x="3276173" y="1064249"/>
                </a:lnTo>
                <a:close/>
                <a:moveTo>
                  <a:pt x="3295931" y="1045248"/>
                </a:moveTo>
                <a:lnTo>
                  <a:pt x="3293589" y="1047500"/>
                </a:lnTo>
                <a:lnTo>
                  <a:pt x="3295134" y="1047355"/>
                </a:lnTo>
                <a:close/>
                <a:moveTo>
                  <a:pt x="4006446" y="1043108"/>
                </a:moveTo>
                <a:lnTo>
                  <a:pt x="3972048" y="1073618"/>
                </a:lnTo>
                <a:lnTo>
                  <a:pt x="3973005" y="1080785"/>
                </a:lnTo>
                <a:close/>
                <a:moveTo>
                  <a:pt x="3412232" y="1040761"/>
                </a:moveTo>
                <a:lnTo>
                  <a:pt x="3407326" y="1045986"/>
                </a:lnTo>
                <a:lnTo>
                  <a:pt x="3398481" y="1056871"/>
                </a:lnTo>
                <a:close/>
                <a:moveTo>
                  <a:pt x="3233356" y="1038784"/>
                </a:moveTo>
                <a:lnTo>
                  <a:pt x="3211782" y="1049052"/>
                </a:lnTo>
                <a:lnTo>
                  <a:pt x="3215840" y="1055521"/>
                </a:lnTo>
                <a:close/>
                <a:moveTo>
                  <a:pt x="3342226" y="1037365"/>
                </a:moveTo>
                <a:lnTo>
                  <a:pt x="3319870" y="1058662"/>
                </a:lnTo>
                <a:lnTo>
                  <a:pt x="3321434" y="1059830"/>
                </a:lnTo>
                <a:lnTo>
                  <a:pt x="3343424" y="1038833"/>
                </a:lnTo>
                <a:close/>
                <a:moveTo>
                  <a:pt x="3275618" y="1033643"/>
                </a:moveTo>
                <a:cubicBezTo>
                  <a:pt x="3249891" y="1058299"/>
                  <a:pt x="3217734" y="1083314"/>
                  <a:pt x="3196875" y="1106445"/>
                </a:cubicBezTo>
                <a:lnTo>
                  <a:pt x="3194354" y="1098111"/>
                </a:lnTo>
                <a:cubicBezTo>
                  <a:pt x="3176180" y="1131276"/>
                  <a:pt x="3134028" y="1155278"/>
                  <a:pt x="3110137" y="1178438"/>
                </a:cubicBezTo>
                <a:lnTo>
                  <a:pt x="3116694" y="1183479"/>
                </a:lnTo>
                <a:close/>
                <a:moveTo>
                  <a:pt x="3794494" y="1032055"/>
                </a:moveTo>
                <a:lnTo>
                  <a:pt x="3783986" y="1039405"/>
                </a:lnTo>
                <a:lnTo>
                  <a:pt x="3788980" y="1043277"/>
                </a:lnTo>
                <a:close/>
                <a:moveTo>
                  <a:pt x="3310849" y="1030905"/>
                </a:moveTo>
                <a:lnTo>
                  <a:pt x="3300840" y="1032061"/>
                </a:lnTo>
                <a:cubicBezTo>
                  <a:pt x="3299059" y="1033904"/>
                  <a:pt x="3298542" y="1036830"/>
                  <a:pt x="3298016" y="1039742"/>
                </a:cubicBezTo>
                <a:lnTo>
                  <a:pt x="3295931" y="1045248"/>
                </a:lnTo>
                <a:close/>
                <a:moveTo>
                  <a:pt x="3311804" y="1029986"/>
                </a:moveTo>
                <a:lnTo>
                  <a:pt x="3310849" y="1030905"/>
                </a:lnTo>
                <a:lnTo>
                  <a:pt x="3311244" y="1030858"/>
                </a:lnTo>
                <a:close/>
                <a:moveTo>
                  <a:pt x="3429383" y="1024323"/>
                </a:moveTo>
                <a:lnTo>
                  <a:pt x="3424178" y="1029182"/>
                </a:lnTo>
                <a:lnTo>
                  <a:pt x="3419002" y="1037071"/>
                </a:lnTo>
                <a:close/>
                <a:moveTo>
                  <a:pt x="3758684" y="1023375"/>
                </a:moveTo>
                <a:lnTo>
                  <a:pt x="3755651" y="1023405"/>
                </a:lnTo>
                <a:cubicBezTo>
                  <a:pt x="3751915" y="1027065"/>
                  <a:pt x="3741774" y="1034115"/>
                  <a:pt x="3746738" y="1034955"/>
                </a:cubicBezTo>
                <a:close/>
                <a:moveTo>
                  <a:pt x="3200056" y="1021943"/>
                </a:moveTo>
                <a:lnTo>
                  <a:pt x="3182539" y="1038679"/>
                </a:lnTo>
                <a:lnTo>
                  <a:pt x="3184104" y="1039849"/>
                </a:lnTo>
                <a:lnTo>
                  <a:pt x="3201622" y="1023111"/>
                </a:lnTo>
                <a:close/>
                <a:moveTo>
                  <a:pt x="3161408" y="1018025"/>
                </a:moveTo>
                <a:cubicBezTo>
                  <a:pt x="3155372" y="1021116"/>
                  <a:pt x="3149300" y="1026223"/>
                  <a:pt x="3143894" y="1031397"/>
                </a:cubicBezTo>
                <a:lnTo>
                  <a:pt x="3130379" y="1045174"/>
                </a:lnTo>
                <a:lnTo>
                  <a:pt x="3135073" y="1048680"/>
                </a:lnTo>
                <a:cubicBezTo>
                  <a:pt x="3150148" y="1039435"/>
                  <a:pt x="3158723" y="1031217"/>
                  <a:pt x="3161408" y="1018025"/>
                </a:cubicBezTo>
                <a:close/>
                <a:moveTo>
                  <a:pt x="3544161" y="1014418"/>
                </a:moveTo>
                <a:lnTo>
                  <a:pt x="3539324" y="1018976"/>
                </a:lnTo>
                <a:lnTo>
                  <a:pt x="3535644" y="1028701"/>
                </a:lnTo>
                <a:close/>
                <a:moveTo>
                  <a:pt x="3325237" y="1009052"/>
                </a:moveTo>
                <a:lnTo>
                  <a:pt x="3311804" y="1029986"/>
                </a:lnTo>
                <a:lnTo>
                  <a:pt x="3329930" y="1012556"/>
                </a:lnTo>
                <a:close/>
                <a:moveTo>
                  <a:pt x="3533209" y="1006237"/>
                </a:moveTo>
                <a:cubicBezTo>
                  <a:pt x="3518947" y="1030710"/>
                  <a:pt x="3481998" y="1049854"/>
                  <a:pt x="3467339" y="1071594"/>
                </a:cubicBezTo>
                <a:lnTo>
                  <a:pt x="3537535" y="1010042"/>
                </a:lnTo>
                <a:close/>
                <a:moveTo>
                  <a:pt x="3995136" y="1005272"/>
                </a:moveTo>
                <a:cubicBezTo>
                  <a:pt x="3987480" y="1012742"/>
                  <a:pt x="3976855" y="1019576"/>
                  <a:pt x="3968173" y="1027195"/>
                </a:cubicBezTo>
                <a:cubicBezTo>
                  <a:pt x="3959490" y="1034815"/>
                  <a:pt x="3952747" y="1043219"/>
                  <a:pt x="3952849" y="1053833"/>
                </a:cubicBezTo>
                <a:close/>
                <a:moveTo>
                  <a:pt x="4020085" y="1003156"/>
                </a:moveTo>
                <a:lnTo>
                  <a:pt x="3934878" y="1084998"/>
                </a:lnTo>
                <a:lnTo>
                  <a:pt x="3948485" y="1076953"/>
                </a:lnTo>
                <a:cubicBezTo>
                  <a:pt x="3961668" y="1063141"/>
                  <a:pt x="3981551" y="1046307"/>
                  <a:pt x="3999343" y="1029345"/>
                </a:cubicBezTo>
                <a:close/>
                <a:moveTo>
                  <a:pt x="4024704" y="997324"/>
                </a:moveTo>
                <a:lnTo>
                  <a:pt x="4020085" y="1003156"/>
                </a:lnTo>
                <a:lnTo>
                  <a:pt x="4023635" y="999746"/>
                </a:lnTo>
                <a:close/>
                <a:moveTo>
                  <a:pt x="4052163" y="997252"/>
                </a:moveTo>
                <a:cubicBezTo>
                  <a:pt x="4048280" y="1008978"/>
                  <a:pt x="4024534" y="1024073"/>
                  <a:pt x="4022187" y="1033934"/>
                </a:cubicBezTo>
                <a:close/>
                <a:moveTo>
                  <a:pt x="3234019" y="992399"/>
                </a:moveTo>
                <a:lnTo>
                  <a:pt x="3229451" y="994292"/>
                </a:lnTo>
                <a:lnTo>
                  <a:pt x="3228941" y="1002655"/>
                </a:lnTo>
                <a:close/>
                <a:moveTo>
                  <a:pt x="3550456" y="992165"/>
                </a:moveTo>
                <a:lnTo>
                  <a:pt x="3544885" y="997323"/>
                </a:lnTo>
                <a:lnTo>
                  <a:pt x="3543107" y="1004885"/>
                </a:lnTo>
                <a:close/>
                <a:moveTo>
                  <a:pt x="3393677" y="988052"/>
                </a:moveTo>
                <a:lnTo>
                  <a:pt x="3376893" y="1004191"/>
                </a:lnTo>
                <a:lnTo>
                  <a:pt x="3378091" y="1005658"/>
                </a:lnTo>
                <a:lnTo>
                  <a:pt x="3395241" y="989220"/>
                </a:lnTo>
                <a:close/>
                <a:moveTo>
                  <a:pt x="3994593" y="987376"/>
                </a:moveTo>
                <a:lnTo>
                  <a:pt x="3983816" y="997392"/>
                </a:lnTo>
                <a:lnTo>
                  <a:pt x="3985749" y="998261"/>
                </a:lnTo>
                <a:lnTo>
                  <a:pt x="3996158" y="988543"/>
                </a:lnTo>
                <a:close/>
                <a:moveTo>
                  <a:pt x="4037657" y="980971"/>
                </a:moveTo>
                <a:cubicBezTo>
                  <a:pt x="4032388" y="983130"/>
                  <a:pt x="4029793" y="986317"/>
                  <a:pt x="4028060" y="989718"/>
                </a:cubicBezTo>
                <a:lnTo>
                  <a:pt x="4024704" y="997324"/>
                </a:lnTo>
                <a:close/>
                <a:moveTo>
                  <a:pt x="3367863" y="980387"/>
                </a:moveTo>
                <a:lnTo>
                  <a:pt x="3351560" y="985129"/>
                </a:lnTo>
                <a:lnTo>
                  <a:pt x="3354081" y="993463"/>
                </a:lnTo>
                <a:close/>
                <a:moveTo>
                  <a:pt x="3079953" y="978124"/>
                </a:moveTo>
                <a:lnTo>
                  <a:pt x="3064360" y="988782"/>
                </a:lnTo>
                <a:lnTo>
                  <a:pt x="3072109" y="985366"/>
                </a:lnTo>
                <a:cubicBezTo>
                  <a:pt x="3074492" y="983041"/>
                  <a:pt x="3076719" y="980153"/>
                  <a:pt x="3079953" y="978124"/>
                </a:cubicBezTo>
                <a:close/>
                <a:moveTo>
                  <a:pt x="3942693" y="974710"/>
                </a:moveTo>
                <a:lnTo>
                  <a:pt x="3935654" y="981064"/>
                </a:lnTo>
                <a:lnTo>
                  <a:pt x="3937220" y="982233"/>
                </a:lnTo>
                <a:close/>
                <a:moveTo>
                  <a:pt x="3210590" y="971173"/>
                </a:moveTo>
                <a:cubicBezTo>
                  <a:pt x="3195853" y="977083"/>
                  <a:pt x="3181590" y="1001558"/>
                  <a:pt x="3170127" y="1001741"/>
                </a:cubicBezTo>
                <a:lnTo>
                  <a:pt x="3169307" y="1016469"/>
                </a:lnTo>
                <a:cubicBezTo>
                  <a:pt x="3178462" y="999221"/>
                  <a:pt x="3208061" y="992796"/>
                  <a:pt x="3210590" y="971173"/>
                </a:cubicBezTo>
                <a:close/>
                <a:moveTo>
                  <a:pt x="3412662" y="970117"/>
                </a:moveTo>
                <a:lnTo>
                  <a:pt x="3400349" y="981996"/>
                </a:lnTo>
                <a:lnTo>
                  <a:pt x="3401913" y="983164"/>
                </a:lnTo>
                <a:lnTo>
                  <a:pt x="3414226" y="971286"/>
                </a:lnTo>
                <a:close/>
                <a:moveTo>
                  <a:pt x="3489411" y="966789"/>
                </a:moveTo>
                <a:lnTo>
                  <a:pt x="3484506" y="972015"/>
                </a:lnTo>
                <a:lnTo>
                  <a:pt x="3475660" y="982900"/>
                </a:lnTo>
                <a:close/>
                <a:moveTo>
                  <a:pt x="3113221" y="945481"/>
                </a:moveTo>
                <a:lnTo>
                  <a:pt x="3108016" y="950339"/>
                </a:lnTo>
                <a:lnTo>
                  <a:pt x="3108046" y="953371"/>
                </a:lnTo>
                <a:close/>
                <a:moveTo>
                  <a:pt x="3239985" y="943521"/>
                </a:moveTo>
                <a:lnTo>
                  <a:pt x="3236219" y="944150"/>
                </a:lnTo>
                <a:cubicBezTo>
                  <a:pt x="3231044" y="952041"/>
                  <a:pt x="3211371" y="960145"/>
                  <a:pt x="3218924" y="968651"/>
                </a:cubicBezTo>
                <a:close/>
                <a:moveTo>
                  <a:pt x="4078263" y="942339"/>
                </a:moveTo>
                <a:lnTo>
                  <a:pt x="4072691" y="947496"/>
                </a:lnTo>
                <a:lnTo>
                  <a:pt x="4045963" y="975418"/>
                </a:lnTo>
                <a:close/>
                <a:moveTo>
                  <a:pt x="3458938" y="928693"/>
                </a:moveTo>
                <a:lnTo>
                  <a:pt x="3453367" y="933851"/>
                </a:lnTo>
                <a:lnTo>
                  <a:pt x="3453193" y="938882"/>
                </a:lnTo>
                <a:close/>
                <a:moveTo>
                  <a:pt x="3906977" y="921944"/>
                </a:moveTo>
                <a:lnTo>
                  <a:pt x="3882719" y="945403"/>
                </a:lnTo>
                <a:lnTo>
                  <a:pt x="3884285" y="946571"/>
                </a:lnTo>
                <a:lnTo>
                  <a:pt x="3908541" y="923112"/>
                </a:lnTo>
                <a:close/>
                <a:moveTo>
                  <a:pt x="3312366" y="916863"/>
                </a:moveTo>
                <a:lnTo>
                  <a:pt x="3307460" y="922087"/>
                </a:lnTo>
                <a:lnTo>
                  <a:pt x="3303550" y="930780"/>
                </a:lnTo>
                <a:close/>
                <a:moveTo>
                  <a:pt x="3227893" y="916713"/>
                </a:moveTo>
                <a:lnTo>
                  <a:pt x="3221153" y="923435"/>
                </a:lnTo>
                <a:lnTo>
                  <a:pt x="3217512" y="929461"/>
                </a:lnTo>
                <a:close/>
                <a:moveTo>
                  <a:pt x="3373836" y="901551"/>
                </a:moveTo>
                <a:cubicBezTo>
                  <a:pt x="3370389" y="900697"/>
                  <a:pt x="3368311" y="902085"/>
                  <a:pt x="3366822" y="903912"/>
                </a:cubicBezTo>
                <a:cubicBezTo>
                  <a:pt x="3365332" y="905739"/>
                  <a:pt x="3364429" y="908003"/>
                  <a:pt x="3363329" y="908901"/>
                </a:cubicBezTo>
                <a:cubicBezTo>
                  <a:pt x="3361494" y="910399"/>
                  <a:pt x="3361890" y="913132"/>
                  <a:pt x="3363454" y="914299"/>
                </a:cubicBezTo>
                <a:close/>
                <a:moveTo>
                  <a:pt x="4022314" y="893243"/>
                </a:moveTo>
                <a:lnTo>
                  <a:pt x="4017478" y="897802"/>
                </a:lnTo>
                <a:lnTo>
                  <a:pt x="4018404" y="901936"/>
                </a:lnTo>
                <a:close/>
                <a:moveTo>
                  <a:pt x="3171047" y="889745"/>
                </a:moveTo>
                <a:lnTo>
                  <a:pt x="3159101" y="901324"/>
                </a:lnTo>
                <a:lnTo>
                  <a:pt x="3160667" y="902493"/>
                </a:lnTo>
                <a:lnTo>
                  <a:pt x="3172911" y="891279"/>
                </a:lnTo>
                <a:close/>
                <a:moveTo>
                  <a:pt x="3390551" y="886080"/>
                </a:moveTo>
                <a:lnTo>
                  <a:pt x="3387518" y="886109"/>
                </a:lnTo>
                <a:cubicBezTo>
                  <a:pt x="3386601" y="886857"/>
                  <a:pt x="3384450" y="888153"/>
                  <a:pt x="3382956" y="889602"/>
                </a:cubicBezTo>
                <a:cubicBezTo>
                  <a:pt x="3381463" y="891050"/>
                  <a:pt x="3380629" y="892647"/>
                  <a:pt x="3382342" y="893999"/>
                </a:cubicBezTo>
                <a:close/>
                <a:moveTo>
                  <a:pt x="3255636" y="878797"/>
                </a:moveTo>
                <a:cubicBezTo>
                  <a:pt x="3227051" y="898452"/>
                  <a:pt x="3201084" y="928806"/>
                  <a:pt x="3177530" y="948635"/>
                </a:cubicBezTo>
                <a:lnTo>
                  <a:pt x="3180360" y="950604"/>
                </a:lnTo>
                <a:close/>
                <a:moveTo>
                  <a:pt x="3336950" y="850350"/>
                </a:moveTo>
                <a:lnTo>
                  <a:pt x="3252857" y="936075"/>
                </a:lnTo>
                <a:cubicBezTo>
                  <a:pt x="3286551" y="909197"/>
                  <a:pt x="3317212" y="882347"/>
                  <a:pt x="3336950" y="850350"/>
                </a:cubicBezTo>
                <a:close/>
                <a:moveTo>
                  <a:pt x="3978022" y="848696"/>
                </a:moveTo>
                <a:lnTo>
                  <a:pt x="3959403" y="866332"/>
                </a:lnTo>
                <a:lnTo>
                  <a:pt x="3962531" y="868669"/>
                </a:lnTo>
                <a:lnTo>
                  <a:pt x="3981151" y="851033"/>
                </a:lnTo>
                <a:close/>
                <a:moveTo>
                  <a:pt x="3295315" y="836031"/>
                </a:moveTo>
                <a:cubicBezTo>
                  <a:pt x="3286837" y="846616"/>
                  <a:pt x="3265262" y="856883"/>
                  <a:pt x="3264510" y="870944"/>
                </a:cubicBezTo>
                <a:cubicBezTo>
                  <a:pt x="3273326" y="857027"/>
                  <a:pt x="3297992" y="852796"/>
                  <a:pt x="3295315" y="836031"/>
                </a:cubicBezTo>
                <a:close/>
                <a:moveTo>
                  <a:pt x="3266468" y="828393"/>
                </a:moveTo>
                <a:lnTo>
                  <a:pt x="3253055" y="841172"/>
                </a:lnTo>
                <a:lnTo>
                  <a:pt x="3256483" y="843875"/>
                </a:lnTo>
                <a:lnTo>
                  <a:pt x="3269598" y="830731"/>
                </a:lnTo>
                <a:close/>
                <a:moveTo>
                  <a:pt x="3393606" y="796178"/>
                </a:moveTo>
                <a:lnTo>
                  <a:pt x="3343448" y="849326"/>
                </a:lnTo>
                <a:cubicBezTo>
                  <a:pt x="3364028" y="835592"/>
                  <a:pt x="3387282" y="815397"/>
                  <a:pt x="3393606" y="796178"/>
                </a:cubicBezTo>
                <a:close/>
                <a:moveTo>
                  <a:pt x="3483015" y="794135"/>
                </a:moveTo>
                <a:lnTo>
                  <a:pt x="3478110" y="799358"/>
                </a:lnTo>
                <a:lnTo>
                  <a:pt x="3474469" y="805385"/>
                </a:lnTo>
                <a:close/>
                <a:moveTo>
                  <a:pt x="1082295" y="787710"/>
                </a:moveTo>
                <a:lnTo>
                  <a:pt x="1079562" y="788106"/>
                </a:lnTo>
                <a:lnTo>
                  <a:pt x="1071054" y="795659"/>
                </a:lnTo>
                <a:close/>
                <a:moveTo>
                  <a:pt x="3346401" y="787017"/>
                </a:moveTo>
                <a:cubicBezTo>
                  <a:pt x="3339758" y="796104"/>
                  <a:pt x="3327686" y="802285"/>
                  <a:pt x="3325640" y="812513"/>
                </a:cubicBezTo>
                <a:cubicBezTo>
                  <a:pt x="3342067" y="813168"/>
                  <a:pt x="3348092" y="793582"/>
                  <a:pt x="3346401" y="787017"/>
                </a:cubicBezTo>
                <a:close/>
                <a:moveTo>
                  <a:pt x="3319148" y="783579"/>
                </a:moveTo>
                <a:lnTo>
                  <a:pt x="3313943" y="788437"/>
                </a:lnTo>
                <a:lnTo>
                  <a:pt x="3308766" y="796327"/>
                </a:lnTo>
                <a:close/>
                <a:moveTo>
                  <a:pt x="3422337" y="768459"/>
                </a:moveTo>
                <a:lnTo>
                  <a:pt x="3400347" y="789455"/>
                </a:lnTo>
                <a:lnTo>
                  <a:pt x="3405041" y="792961"/>
                </a:lnTo>
                <a:cubicBezTo>
                  <a:pt x="3403959" y="780397"/>
                  <a:pt x="3431850" y="780868"/>
                  <a:pt x="3422337" y="768459"/>
                </a:cubicBezTo>
                <a:close/>
                <a:moveTo>
                  <a:pt x="3462944" y="729827"/>
                </a:moveTo>
                <a:cubicBezTo>
                  <a:pt x="3454833" y="740113"/>
                  <a:pt x="3439390" y="749656"/>
                  <a:pt x="3435508" y="761380"/>
                </a:cubicBezTo>
                <a:cubicBezTo>
                  <a:pt x="3439390" y="749656"/>
                  <a:pt x="3467155" y="744727"/>
                  <a:pt x="3462944" y="729827"/>
                </a:cubicBezTo>
                <a:close/>
                <a:moveTo>
                  <a:pt x="3397792" y="708411"/>
                </a:moveTo>
                <a:lnTo>
                  <a:pt x="3392221" y="713567"/>
                </a:lnTo>
                <a:lnTo>
                  <a:pt x="3386746" y="721092"/>
                </a:lnTo>
                <a:close/>
                <a:moveTo>
                  <a:pt x="4346425" y="691150"/>
                </a:moveTo>
                <a:cubicBezTo>
                  <a:pt x="4272937" y="771891"/>
                  <a:pt x="4188286" y="853183"/>
                  <a:pt x="4113135" y="930390"/>
                </a:cubicBezTo>
                <a:lnTo>
                  <a:pt x="4112556" y="939419"/>
                </a:lnTo>
                <a:cubicBezTo>
                  <a:pt x="4192274" y="860320"/>
                  <a:pt x="4274801" y="773427"/>
                  <a:pt x="4346425" y="691150"/>
                </a:cubicBezTo>
                <a:close/>
                <a:moveTo>
                  <a:pt x="3424320" y="682488"/>
                </a:moveTo>
                <a:lnTo>
                  <a:pt x="3417946" y="688910"/>
                </a:lnTo>
                <a:lnTo>
                  <a:pt x="3419144" y="690379"/>
                </a:lnTo>
                <a:lnTo>
                  <a:pt x="3425884" y="683656"/>
                </a:lnTo>
                <a:close/>
                <a:moveTo>
                  <a:pt x="3463819" y="674711"/>
                </a:moveTo>
                <a:lnTo>
                  <a:pt x="3389277" y="745920"/>
                </a:lnTo>
                <a:lnTo>
                  <a:pt x="3392406" y="748257"/>
                </a:lnTo>
                <a:lnTo>
                  <a:pt x="3466948" y="677048"/>
                </a:lnTo>
                <a:close/>
                <a:moveTo>
                  <a:pt x="3614822" y="662754"/>
                </a:moveTo>
                <a:lnTo>
                  <a:pt x="3609617" y="667613"/>
                </a:lnTo>
                <a:lnTo>
                  <a:pt x="3606373" y="676372"/>
                </a:lnTo>
                <a:close/>
                <a:moveTo>
                  <a:pt x="1645074" y="482576"/>
                </a:moveTo>
                <a:lnTo>
                  <a:pt x="1638332" y="489298"/>
                </a:lnTo>
                <a:lnTo>
                  <a:pt x="1639897" y="490467"/>
                </a:lnTo>
                <a:lnTo>
                  <a:pt x="1646638" y="483744"/>
                </a:lnTo>
                <a:close/>
                <a:moveTo>
                  <a:pt x="1465909" y="473499"/>
                </a:moveTo>
                <a:lnTo>
                  <a:pt x="1456376" y="474552"/>
                </a:lnTo>
                <a:cubicBezTo>
                  <a:pt x="1454570" y="479081"/>
                  <a:pt x="1457700" y="481419"/>
                  <a:pt x="1460462" y="484055"/>
                </a:cubicBezTo>
                <a:close/>
                <a:moveTo>
                  <a:pt x="1694731" y="454286"/>
                </a:moveTo>
                <a:cubicBezTo>
                  <a:pt x="1689893" y="458845"/>
                  <a:pt x="1681654" y="463732"/>
                  <a:pt x="1683248" y="467933"/>
                </a:cubicBezTo>
                <a:lnTo>
                  <a:pt x="1696295" y="455454"/>
                </a:lnTo>
                <a:close/>
                <a:moveTo>
                  <a:pt x="1630460" y="447432"/>
                </a:moveTo>
                <a:cubicBezTo>
                  <a:pt x="1628355" y="451595"/>
                  <a:pt x="1627090" y="450793"/>
                  <a:pt x="1624057" y="450823"/>
                </a:cubicBezTo>
                <a:lnTo>
                  <a:pt x="1622251" y="455352"/>
                </a:lnTo>
                <a:lnTo>
                  <a:pt x="1623567" y="454677"/>
                </a:lnTo>
                <a:close/>
                <a:moveTo>
                  <a:pt x="1714543" y="391666"/>
                </a:moveTo>
                <a:lnTo>
                  <a:pt x="1699692" y="408674"/>
                </a:lnTo>
                <a:lnTo>
                  <a:pt x="1720561" y="402037"/>
                </a:lnTo>
                <a:cubicBezTo>
                  <a:pt x="1707658" y="406452"/>
                  <a:pt x="1716349" y="387137"/>
                  <a:pt x="1714543" y="391666"/>
                </a:cubicBezTo>
                <a:close/>
                <a:moveTo>
                  <a:pt x="1789512" y="349448"/>
                </a:moveTo>
                <a:lnTo>
                  <a:pt x="1783024" y="355730"/>
                </a:lnTo>
                <a:lnTo>
                  <a:pt x="1784527" y="355044"/>
                </a:lnTo>
                <a:cubicBezTo>
                  <a:pt x="1786351" y="353252"/>
                  <a:pt x="1788011" y="350980"/>
                  <a:pt x="1789512" y="349448"/>
                </a:cubicBezTo>
                <a:close/>
                <a:moveTo>
                  <a:pt x="1876877" y="313356"/>
                </a:moveTo>
                <a:lnTo>
                  <a:pt x="1875980" y="313740"/>
                </a:lnTo>
                <a:cubicBezTo>
                  <a:pt x="1874157" y="315533"/>
                  <a:pt x="1872497" y="317804"/>
                  <a:pt x="1870662" y="319301"/>
                </a:cubicBezTo>
                <a:close/>
                <a:moveTo>
                  <a:pt x="2078102" y="291862"/>
                </a:moveTo>
                <a:lnTo>
                  <a:pt x="2035707" y="321561"/>
                </a:lnTo>
                <a:cubicBezTo>
                  <a:pt x="2050204" y="321347"/>
                  <a:pt x="2072753" y="304783"/>
                  <a:pt x="2078102" y="291862"/>
                </a:cubicBezTo>
                <a:close/>
                <a:moveTo>
                  <a:pt x="2054413" y="289796"/>
                </a:moveTo>
                <a:lnTo>
                  <a:pt x="2049845" y="291689"/>
                </a:lnTo>
                <a:lnTo>
                  <a:pt x="2028320" y="314752"/>
                </a:lnTo>
                <a:close/>
                <a:moveTo>
                  <a:pt x="1813459" y="285900"/>
                </a:moveTo>
                <a:cubicBezTo>
                  <a:pt x="1811175" y="286847"/>
                  <a:pt x="1810423" y="287613"/>
                  <a:pt x="1810210" y="288474"/>
                </a:cubicBezTo>
                <a:lnTo>
                  <a:pt x="1810194" y="290471"/>
                </a:lnTo>
                <a:close/>
                <a:moveTo>
                  <a:pt x="1919506" y="275782"/>
                </a:moveTo>
                <a:lnTo>
                  <a:pt x="1907927" y="287063"/>
                </a:lnTo>
                <a:lnTo>
                  <a:pt x="1911057" y="289400"/>
                </a:lnTo>
                <a:lnTo>
                  <a:pt x="1922568" y="278785"/>
                </a:lnTo>
                <a:close/>
                <a:moveTo>
                  <a:pt x="2019199" y="258625"/>
                </a:moveTo>
                <a:lnTo>
                  <a:pt x="2011358" y="266244"/>
                </a:lnTo>
                <a:lnTo>
                  <a:pt x="2012923" y="267413"/>
                </a:lnTo>
                <a:lnTo>
                  <a:pt x="2020764" y="259792"/>
                </a:lnTo>
                <a:close/>
                <a:moveTo>
                  <a:pt x="2206397" y="241586"/>
                </a:moveTo>
                <a:cubicBezTo>
                  <a:pt x="2204960" y="245816"/>
                  <a:pt x="2201589" y="249178"/>
                  <a:pt x="2204718" y="251514"/>
                </a:cubicBezTo>
                <a:lnTo>
                  <a:pt x="2215689" y="246231"/>
                </a:lnTo>
                <a:cubicBezTo>
                  <a:pt x="2212559" y="243893"/>
                  <a:pt x="2211334" y="239394"/>
                  <a:pt x="2206397" y="241586"/>
                </a:cubicBezTo>
                <a:close/>
                <a:moveTo>
                  <a:pt x="1873324" y="240695"/>
                </a:moveTo>
                <a:cubicBezTo>
                  <a:pt x="1871231" y="241056"/>
                  <a:pt x="1868575" y="242765"/>
                  <a:pt x="1864862" y="247017"/>
                </a:cubicBezTo>
                <a:cubicBezTo>
                  <a:pt x="1858345" y="261503"/>
                  <a:pt x="1827558" y="282954"/>
                  <a:pt x="1810185" y="291628"/>
                </a:cubicBezTo>
                <a:lnTo>
                  <a:pt x="1810194" y="290471"/>
                </a:lnTo>
                <a:lnTo>
                  <a:pt x="1807182" y="294690"/>
                </a:lnTo>
                <a:cubicBezTo>
                  <a:pt x="1787235" y="297212"/>
                  <a:pt x="1772309" y="306638"/>
                  <a:pt x="1758982" y="317741"/>
                </a:cubicBezTo>
                <a:cubicBezTo>
                  <a:pt x="1745654" y="328845"/>
                  <a:pt x="1733924" y="341624"/>
                  <a:pt x="1720365" y="350852"/>
                </a:cubicBezTo>
                <a:cubicBezTo>
                  <a:pt x="1721928" y="352022"/>
                  <a:pt x="1725088" y="357391"/>
                  <a:pt x="1728091" y="354329"/>
                </a:cubicBezTo>
                <a:lnTo>
                  <a:pt x="1708131" y="378561"/>
                </a:lnTo>
                <a:cubicBezTo>
                  <a:pt x="1717961" y="377875"/>
                  <a:pt x="1723253" y="358888"/>
                  <a:pt x="1734137" y="367733"/>
                </a:cubicBezTo>
                <a:lnTo>
                  <a:pt x="1720850" y="385910"/>
                </a:lnTo>
                <a:lnTo>
                  <a:pt x="1740057" y="375739"/>
                </a:lnTo>
                <a:cubicBezTo>
                  <a:pt x="1739517" y="381071"/>
                  <a:pt x="1737712" y="385599"/>
                  <a:pt x="1744241" y="387608"/>
                </a:cubicBezTo>
                <a:cubicBezTo>
                  <a:pt x="1754042" y="383890"/>
                  <a:pt x="1763419" y="374405"/>
                  <a:pt x="1762365" y="364873"/>
                </a:cubicBezTo>
                <a:cubicBezTo>
                  <a:pt x="1766963" y="366012"/>
                  <a:pt x="1771868" y="360787"/>
                  <a:pt x="1773462" y="364988"/>
                </a:cubicBezTo>
                <a:lnTo>
                  <a:pt x="1783024" y="355730"/>
                </a:lnTo>
                <a:lnTo>
                  <a:pt x="1778570" y="357764"/>
                </a:lnTo>
                <a:cubicBezTo>
                  <a:pt x="1781815" y="349005"/>
                  <a:pt x="1793027" y="338023"/>
                  <a:pt x="1802830" y="334304"/>
                </a:cubicBezTo>
                <a:lnTo>
                  <a:pt x="1796270" y="329264"/>
                </a:lnTo>
                <a:lnTo>
                  <a:pt x="1811953" y="314024"/>
                </a:lnTo>
                <a:lnTo>
                  <a:pt x="1801196" y="310577"/>
                </a:lnTo>
                <a:cubicBezTo>
                  <a:pt x="1829364" y="278425"/>
                  <a:pt x="1872059" y="272319"/>
                  <a:pt x="1890329" y="241520"/>
                </a:cubicBezTo>
                <a:cubicBezTo>
                  <a:pt x="1880819" y="250654"/>
                  <a:pt x="1879604" y="239612"/>
                  <a:pt x="1873324" y="240695"/>
                </a:cubicBezTo>
                <a:close/>
                <a:moveTo>
                  <a:pt x="1911584" y="221122"/>
                </a:moveTo>
                <a:lnTo>
                  <a:pt x="1898663" y="238998"/>
                </a:lnTo>
                <a:lnTo>
                  <a:pt x="1916210" y="225293"/>
                </a:lnTo>
                <a:close/>
                <a:moveTo>
                  <a:pt x="2172142" y="217581"/>
                </a:moveTo>
                <a:lnTo>
                  <a:pt x="2154470" y="225887"/>
                </a:lnTo>
                <a:lnTo>
                  <a:pt x="2152790" y="235815"/>
                </a:lnTo>
                <a:close/>
                <a:moveTo>
                  <a:pt x="1957949" y="212022"/>
                </a:moveTo>
                <a:lnTo>
                  <a:pt x="1953110" y="216581"/>
                </a:lnTo>
                <a:lnTo>
                  <a:pt x="1954308" y="218048"/>
                </a:lnTo>
                <a:lnTo>
                  <a:pt x="1959513" y="213190"/>
                </a:lnTo>
                <a:close/>
                <a:moveTo>
                  <a:pt x="1941096" y="201933"/>
                </a:moveTo>
                <a:lnTo>
                  <a:pt x="1936363" y="205794"/>
                </a:lnTo>
                <a:cubicBezTo>
                  <a:pt x="1939431" y="205432"/>
                  <a:pt x="1940677" y="204338"/>
                  <a:pt x="1941114" y="202872"/>
                </a:cubicBezTo>
                <a:close/>
                <a:moveTo>
                  <a:pt x="2051451" y="189523"/>
                </a:moveTo>
                <a:lnTo>
                  <a:pt x="2048081" y="192884"/>
                </a:lnTo>
                <a:lnTo>
                  <a:pt x="2044440" y="198911"/>
                </a:lnTo>
                <a:close/>
                <a:moveTo>
                  <a:pt x="1950482" y="189385"/>
                </a:moveTo>
                <a:cubicBezTo>
                  <a:pt x="1945806" y="189837"/>
                  <a:pt x="1943354" y="190998"/>
                  <a:pt x="1942113" y="192508"/>
                </a:cubicBezTo>
                <a:cubicBezTo>
                  <a:pt x="1940871" y="194017"/>
                  <a:pt x="1940840" y="195876"/>
                  <a:pt x="1941010" y="197724"/>
                </a:cubicBezTo>
                <a:lnTo>
                  <a:pt x="1941096" y="201933"/>
                </a:lnTo>
                <a:lnTo>
                  <a:pt x="1953612" y="191722"/>
                </a:lnTo>
                <a:close/>
                <a:moveTo>
                  <a:pt x="1982467" y="169402"/>
                </a:moveTo>
                <a:lnTo>
                  <a:pt x="1972935" y="170454"/>
                </a:lnTo>
                <a:cubicBezTo>
                  <a:pt x="1966899" y="173545"/>
                  <a:pt x="1971225" y="177351"/>
                  <a:pt x="1969420" y="181880"/>
                </a:cubicBezTo>
                <a:close/>
                <a:moveTo>
                  <a:pt x="2006098" y="165401"/>
                </a:moveTo>
                <a:lnTo>
                  <a:pt x="1976972" y="190386"/>
                </a:lnTo>
                <a:cubicBezTo>
                  <a:pt x="1986987" y="177938"/>
                  <a:pt x="2008841" y="181500"/>
                  <a:pt x="2006098" y="165401"/>
                </a:cubicBezTo>
                <a:close/>
                <a:moveTo>
                  <a:pt x="2007246" y="154074"/>
                </a:moveTo>
                <a:lnTo>
                  <a:pt x="1992384" y="154586"/>
                </a:lnTo>
                <a:cubicBezTo>
                  <a:pt x="1987816" y="156479"/>
                  <a:pt x="1991042" y="161183"/>
                  <a:pt x="1985836" y="166040"/>
                </a:cubicBezTo>
                <a:cubicBezTo>
                  <a:pt x="2007817" y="175001"/>
                  <a:pt x="1987786" y="153448"/>
                  <a:pt x="2007246" y="154074"/>
                </a:cubicBezTo>
                <a:close/>
                <a:moveTo>
                  <a:pt x="2247273" y="153836"/>
                </a:moveTo>
                <a:cubicBezTo>
                  <a:pt x="2232281" y="169735"/>
                  <a:pt x="2206293" y="180165"/>
                  <a:pt x="2189202" y="196230"/>
                </a:cubicBezTo>
                <a:cubicBezTo>
                  <a:pt x="2183504" y="201585"/>
                  <a:pt x="2178796" y="207567"/>
                  <a:pt x="2175812" y="214586"/>
                </a:cubicBezTo>
                <a:cubicBezTo>
                  <a:pt x="2201759" y="197694"/>
                  <a:pt x="2237085" y="171317"/>
                  <a:pt x="2247273" y="153836"/>
                </a:cubicBezTo>
                <a:close/>
                <a:moveTo>
                  <a:pt x="2049119" y="116242"/>
                </a:moveTo>
                <a:lnTo>
                  <a:pt x="2045720" y="116570"/>
                </a:lnTo>
                <a:lnTo>
                  <a:pt x="2021491" y="143063"/>
                </a:lnTo>
                <a:close/>
                <a:moveTo>
                  <a:pt x="3913847" y="67315"/>
                </a:moveTo>
                <a:cubicBezTo>
                  <a:pt x="3901998" y="81261"/>
                  <a:pt x="3885117" y="95035"/>
                  <a:pt x="3881362" y="112156"/>
                </a:cubicBezTo>
                <a:cubicBezTo>
                  <a:pt x="3899595" y="108282"/>
                  <a:pt x="3911926" y="82942"/>
                  <a:pt x="3913847" y="67315"/>
                </a:cubicBezTo>
                <a:close/>
                <a:moveTo>
                  <a:pt x="2343350" y="52832"/>
                </a:moveTo>
                <a:lnTo>
                  <a:pt x="2327174" y="62973"/>
                </a:lnTo>
                <a:lnTo>
                  <a:pt x="2325126" y="73202"/>
                </a:lnTo>
                <a:close/>
                <a:moveTo>
                  <a:pt x="3928699" y="50307"/>
                </a:moveTo>
                <a:lnTo>
                  <a:pt x="3923495" y="55166"/>
                </a:lnTo>
                <a:lnTo>
                  <a:pt x="3923890" y="57899"/>
                </a:lnTo>
                <a:close/>
                <a:moveTo>
                  <a:pt x="2148972" y="31106"/>
                </a:moveTo>
                <a:lnTo>
                  <a:pt x="2135926" y="43584"/>
                </a:lnTo>
                <a:lnTo>
                  <a:pt x="2139054" y="45921"/>
                </a:lnTo>
                <a:lnTo>
                  <a:pt x="2152101" y="33443"/>
                </a:lnTo>
                <a:close/>
                <a:moveTo>
                  <a:pt x="3952734" y="19083"/>
                </a:moveTo>
                <a:lnTo>
                  <a:pt x="3949365" y="22444"/>
                </a:lnTo>
                <a:lnTo>
                  <a:pt x="3942209" y="39896"/>
                </a:lnTo>
                <a:close/>
                <a:moveTo>
                  <a:pt x="2298381" y="14949"/>
                </a:moveTo>
                <a:lnTo>
                  <a:pt x="2280496" y="31985"/>
                </a:lnTo>
                <a:lnTo>
                  <a:pt x="2282061" y="33154"/>
                </a:lnTo>
                <a:lnTo>
                  <a:pt x="2299945" y="16117"/>
                </a:lnTo>
                <a:close/>
                <a:moveTo>
                  <a:pt x="4006140" y="3627"/>
                </a:moveTo>
                <a:lnTo>
                  <a:pt x="4002373" y="4256"/>
                </a:lnTo>
                <a:cubicBezTo>
                  <a:pt x="4000722" y="5603"/>
                  <a:pt x="3998205" y="7199"/>
                  <a:pt x="3996335" y="9029"/>
                </a:cubicBezTo>
                <a:cubicBezTo>
                  <a:pt x="3994467" y="10859"/>
                  <a:pt x="3993248" y="12923"/>
                  <a:pt x="3994194" y="15208"/>
                </a:cubicBezTo>
                <a:close/>
                <a:moveTo>
                  <a:pt x="2268393" y="0"/>
                </a:moveTo>
                <a:lnTo>
                  <a:pt x="2262475" y="0"/>
                </a:lnTo>
                <a:lnTo>
                  <a:pt x="2252103" y="9920"/>
                </a:lnTo>
                <a:lnTo>
                  <a:pt x="2255531" y="12624"/>
                </a:lnTo>
                <a:lnTo>
                  <a:pt x="2268577" y="145"/>
                </a:lnTo>
                <a:close/>
                <a:moveTo>
                  <a:pt x="2308333" y="0"/>
                </a:moveTo>
                <a:lnTo>
                  <a:pt x="2299797" y="0"/>
                </a:lnTo>
                <a:lnTo>
                  <a:pt x="2275803" y="28481"/>
                </a:lnTo>
                <a:close/>
                <a:moveTo>
                  <a:pt x="2319721" y="0"/>
                </a:moveTo>
                <a:lnTo>
                  <a:pt x="2316279" y="0"/>
                </a:lnTo>
                <a:lnTo>
                  <a:pt x="2306319" y="9694"/>
                </a:lnTo>
                <a:lnTo>
                  <a:pt x="2308183" y="11230"/>
                </a:lnTo>
                <a:close/>
                <a:moveTo>
                  <a:pt x="2428649" y="0"/>
                </a:moveTo>
                <a:lnTo>
                  <a:pt x="2420514" y="0"/>
                </a:lnTo>
                <a:lnTo>
                  <a:pt x="2390946" y="26184"/>
                </a:lnTo>
                <a:cubicBezTo>
                  <a:pt x="2365257" y="47984"/>
                  <a:pt x="2339195" y="68904"/>
                  <a:pt x="2312477" y="88412"/>
                </a:cubicBezTo>
                <a:lnTo>
                  <a:pt x="2305592" y="103198"/>
                </a:lnTo>
                <a:cubicBezTo>
                  <a:pt x="2332810" y="83741"/>
                  <a:pt x="2358867" y="60800"/>
                  <a:pt x="2384966" y="37443"/>
                </a:cubicBezTo>
                <a:close/>
                <a:moveTo>
                  <a:pt x="2935482" y="0"/>
                </a:moveTo>
                <a:lnTo>
                  <a:pt x="2935160" y="0"/>
                </a:lnTo>
                <a:lnTo>
                  <a:pt x="2926831" y="8312"/>
                </a:lnTo>
                <a:close/>
                <a:moveTo>
                  <a:pt x="3935733" y="0"/>
                </a:moveTo>
                <a:lnTo>
                  <a:pt x="3933498" y="0"/>
                </a:lnTo>
                <a:lnTo>
                  <a:pt x="3928996" y="4221"/>
                </a:lnTo>
                <a:cubicBezTo>
                  <a:pt x="3921396" y="6143"/>
                  <a:pt x="3916791" y="4246"/>
                  <a:pt x="3914955" y="778"/>
                </a:cubicBezTo>
                <a:lnTo>
                  <a:pt x="3915110" y="0"/>
                </a:lnTo>
                <a:lnTo>
                  <a:pt x="3782304" y="0"/>
                </a:lnTo>
                <a:lnTo>
                  <a:pt x="3764057" y="20822"/>
                </a:lnTo>
                <a:lnTo>
                  <a:pt x="3747630" y="20168"/>
                </a:lnTo>
                <a:lnTo>
                  <a:pt x="3759761" y="0"/>
                </a:lnTo>
                <a:lnTo>
                  <a:pt x="3721782" y="0"/>
                </a:lnTo>
                <a:lnTo>
                  <a:pt x="3706982" y="16046"/>
                </a:lnTo>
                <a:lnTo>
                  <a:pt x="3683640" y="27144"/>
                </a:lnTo>
                <a:cubicBezTo>
                  <a:pt x="3681852" y="18210"/>
                  <a:pt x="3693143" y="23058"/>
                  <a:pt x="3697052" y="14367"/>
                </a:cubicBezTo>
                <a:lnTo>
                  <a:pt x="3690794" y="9693"/>
                </a:lnTo>
                <a:lnTo>
                  <a:pt x="3699207" y="0"/>
                </a:lnTo>
                <a:lnTo>
                  <a:pt x="3599431" y="0"/>
                </a:lnTo>
                <a:lnTo>
                  <a:pt x="3581791" y="12442"/>
                </a:lnTo>
                <a:lnTo>
                  <a:pt x="3586989" y="0"/>
                </a:lnTo>
                <a:lnTo>
                  <a:pt x="3568251" y="0"/>
                </a:lnTo>
                <a:lnTo>
                  <a:pt x="3540644" y="27189"/>
                </a:lnTo>
                <a:cubicBezTo>
                  <a:pt x="3458827" y="109100"/>
                  <a:pt x="3372375" y="197973"/>
                  <a:pt x="3279915" y="280746"/>
                </a:cubicBezTo>
                <a:lnTo>
                  <a:pt x="3260118" y="283451"/>
                </a:lnTo>
                <a:lnTo>
                  <a:pt x="3397197" y="146548"/>
                </a:lnTo>
                <a:cubicBezTo>
                  <a:pt x="3413386" y="114697"/>
                  <a:pt x="3438182" y="87589"/>
                  <a:pt x="3464802" y="60751"/>
                </a:cubicBezTo>
                <a:lnTo>
                  <a:pt x="3521487" y="0"/>
                </a:lnTo>
                <a:lnTo>
                  <a:pt x="3437495" y="0"/>
                </a:lnTo>
                <a:lnTo>
                  <a:pt x="3416113" y="21911"/>
                </a:lnTo>
                <a:cubicBezTo>
                  <a:pt x="3372691" y="64960"/>
                  <a:pt x="3328581" y="107024"/>
                  <a:pt x="3283664" y="147492"/>
                </a:cubicBezTo>
                <a:lnTo>
                  <a:pt x="3416653" y="0"/>
                </a:lnTo>
                <a:lnTo>
                  <a:pt x="3358648" y="0"/>
                </a:lnTo>
                <a:lnTo>
                  <a:pt x="3352993" y="5992"/>
                </a:lnTo>
                <a:cubicBezTo>
                  <a:pt x="3338597" y="19848"/>
                  <a:pt x="3323518" y="32457"/>
                  <a:pt x="3307067" y="42823"/>
                </a:cubicBezTo>
                <a:lnTo>
                  <a:pt x="3347468" y="0"/>
                </a:lnTo>
                <a:lnTo>
                  <a:pt x="3268966" y="0"/>
                </a:lnTo>
                <a:lnTo>
                  <a:pt x="3246440" y="21613"/>
                </a:lnTo>
                <a:cubicBezTo>
                  <a:pt x="3187980" y="77790"/>
                  <a:pt x="3129114" y="133001"/>
                  <a:pt x="3067812" y="184851"/>
                </a:cubicBezTo>
                <a:lnTo>
                  <a:pt x="3250414" y="0"/>
                </a:lnTo>
                <a:lnTo>
                  <a:pt x="3185632" y="0"/>
                </a:lnTo>
                <a:lnTo>
                  <a:pt x="3044207" y="135574"/>
                </a:lnTo>
                <a:cubicBezTo>
                  <a:pt x="2971609" y="202867"/>
                  <a:pt x="2898467" y="268159"/>
                  <a:pt x="2826288" y="329342"/>
                </a:cubicBezTo>
                <a:lnTo>
                  <a:pt x="3163356" y="0"/>
                </a:lnTo>
                <a:lnTo>
                  <a:pt x="3092287" y="0"/>
                </a:lnTo>
                <a:lnTo>
                  <a:pt x="3083395" y="8323"/>
                </a:lnTo>
                <a:cubicBezTo>
                  <a:pt x="3044587" y="44571"/>
                  <a:pt x="3006940" y="81400"/>
                  <a:pt x="2980060" y="120750"/>
                </a:cubicBezTo>
                <a:cubicBezTo>
                  <a:pt x="2976932" y="118413"/>
                  <a:pt x="2968472" y="115536"/>
                  <a:pt x="2961827" y="124624"/>
                </a:cubicBezTo>
                <a:cubicBezTo>
                  <a:pt x="2941529" y="152188"/>
                  <a:pt x="2908811" y="172770"/>
                  <a:pt x="2882495" y="189961"/>
                </a:cubicBezTo>
                <a:lnTo>
                  <a:pt x="3076399" y="0"/>
                </a:lnTo>
                <a:lnTo>
                  <a:pt x="2952519" y="0"/>
                </a:lnTo>
                <a:lnTo>
                  <a:pt x="2945881" y="5615"/>
                </a:lnTo>
                <a:cubicBezTo>
                  <a:pt x="2935147" y="15929"/>
                  <a:pt x="2924964" y="27561"/>
                  <a:pt x="2915689" y="41852"/>
                </a:cubicBezTo>
                <a:cubicBezTo>
                  <a:pt x="2894490" y="45089"/>
                  <a:pt x="2874974" y="61624"/>
                  <a:pt x="2869413" y="83276"/>
                </a:cubicBezTo>
                <a:cubicBezTo>
                  <a:pt x="2824130" y="104941"/>
                  <a:pt x="2784112" y="151038"/>
                  <a:pt x="2757440" y="185026"/>
                </a:cubicBezTo>
                <a:cubicBezTo>
                  <a:pt x="2704095" y="206545"/>
                  <a:pt x="2693194" y="257615"/>
                  <a:pt x="2639480" y="279434"/>
                </a:cubicBezTo>
                <a:lnTo>
                  <a:pt x="2645739" y="284108"/>
                </a:lnTo>
                <a:cubicBezTo>
                  <a:pt x="2624743" y="285346"/>
                  <a:pt x="2611486" y="306555"/>
                  <a:pt x="2591910" y="317024"/>
                </a:cubicBezTo>
                <a:cubicBezTo>
                  <a:pt x="2693123" y="211829"/>
                  <a:pt x="2801465" y="132602"/>
                  <a:pt x="2900110" y="29502"/>
                </a:cubicBezTo>
                <a:lnTo>
                  <a:pt x="2896980" y="27165"/>
                </a:lnTo>
                <a:lnTo>
                  <a:pt x="2788680" y="125919"/>
                </a:lnTo>
                <a:cubicBezTo>
                  <a:pt x="2808673" y="101354"/>
                  <a:pt x="2832554" y="79119"/>
                  <a:pt x="2855394" y="57199"/>
                </a:cubicBezTo>
                <a:lnTo>
                  <a:pt x="2907145" y="0"/>
                </a:lnTo>
                <a:lnTo>
                  <a:pt x="2905395" y="0"/>
                </a:lnTo>
                <a:lnTo>
                  <a:pt x="2754409" y="138981"/>
                </a:lnTo>
                <a:cubicBezTo>
                  <a:pt x="2699969" y="189128"/>
                  <a:pt x="2644717" y="239404"/>
                  <a:pt x="2588083" y="288361"/>
                </a:cubicBezTo>
                <a:lnTo>
                  <a:pt x="2580416" y="290950"/>
                </a:lnTo>
                <a:cubicBezTo>
                  <a:pt x="2677507" y="203177"/>
                  <a:pt x="2772994" y="112127"/>
                  <a:pt x="2866615" y="21225"/>
                </a:cubicBezTo>
                <a:lnTo>
                  <a:pt x="2888326" y="0"/>
                </a:lnTo>
                <a:lnTo>
                  <a:pt x="2722196" y="0"/>
                </a:lnTo>
                <a:lnTo>
                  <a:pt x="2618622" y="92984"/>
                </a:lnTo>
                <a:cubicBezTo>
                  <a:pt x="2502250" y="192898"/>
                  <a:pt x="2383727" y="290364"/>
                  <a:pt x="2261281" y="387516"/>
                </a:cubicBezTo>
                <a:lnTo>
                  <a:pt x="2687921" y="0"/>
                </a:lnTo>
                <a:lnTo>
                  <a:pt x="2583993" y="0"/>
                </a:lnTo>
                <a:lnTo>
                  <a:pt x="2537186" y="41237"/>
                </a:lnTo>
                <a:cubicBezTo>
                  <a:pt x="2486774" y="84497"/>
                  <a:pt x="2436720" y="126253"/>
                  <a:pt x="2387781" y="165724"/>
                </a:cubicBezTo>
                <a:lnTo>
                  <a:pt x="2569007" y="0"/>
                </a:lnTo>
                <a:lnTo>
                  <a:pt x="2517679" y="0"/>
                </a:lnTo>
                <a:lnTo>
                  <a:pt x="2515065" y="2582"/>
                </a:lnTo>
                <a:cubicBezTo>
                  <a:pt x="2486355" y="16838"/>
                  <a:pt x="2474390" y="41881"/>
                  <a:pt x="2446877" y="57605"/>
                </a:cubicBezTo>
                <a:lnTo>
                  <a:pt x="2445313" y="56437"/>
                </a:lnTo>
                <a:lnTo>
                  <a:pt x="2443363" y="69031"/>
                </a:lnTo>
                <a:cubicBezTo>
                  <a:pt x="2441798" y="67862"/>
                  <a:pt x="2438496" y="70557"/>
                  <a:pt x="2437202" y="66723"/>
                </a:cubicBezTo>
                <a:cubicBezTo>
                  <a:pt x="2386484" y="115437"/>
                  <a:pt x="2323971" y="137712"/>
                  <a:pt x="2272502" y="200489"/>
                </a:cubicBezTo>
                <a:cubicBezTo>
                  <a:pt x="2253806" y="202296"/>
                  <a:pt x="2245115" y="221612"/>
                  <a:pt x="2234114" y="223863"/>
                </a:cubicBezTo>
                <a:cubicBezTo>
                  <a:pt x="2219252" y="224376"/>
                  <a:pt x="2218770" y="235771"/>
                  <a:pt x="2222025" y="243507"/>
                </a:cubicBezTo>
                <a:cubicBezTo>
                  <a:pt x="2137633" y="305638"/>
                  <a:pt x="2064432" y="370252"/>
                  <a:pt x="1970382" y="428038"/>
                </a:cubicBezTo>
                <a:cubicBezTo>
                  <a:pt x="1965244" y="409003"/>
                  <a:pt x="1991011" y="427100"/>
                  <a:pt x="1985505" y="408365"/>
                </a:cubicBezTo>
                <a:cubicBezTo>
                  <a:pt x="2114049" y="310821"/>
                  <a:pt x="2260222" y="188809"/>
                  <a:pt x="2407435" y="60675"/>
                </a:cubicBezTo>
                <a:lnTo>
                  <a:pt x="2475918" y="0"/>
                </a:lnTo>
                <a:lnTo>
                  <a:pt x="2432496" y="0"/>
                </a:lnTo>
                <a:lnTo>
                  <a:pt x="2353434" y="75891"/>
                </a:lnTo>
                <a:cubicBezTo>
                  <a:pt x="2236286" y="180870"/>
                  <a:pt x="2104252" y="280459"/>
                  <a:pt x="1985088" y="372642"/>
                </a:cubicBezTo>
                <a:cubicBezTo>
                  <a:pt x="1992146" y="352824"/>
                  <a:pt x="2015777" y="348824"/>
                  <a:pt x="2027230" y="332146"/>
                </a:cubicBezTo>
                <a:cubicBezTo>
                  <a:pt x="2008040" y="328854"/>
                  <a:pt x="2001281" y="349038"/>
                  <a:pt x="1983781" y="352313"/>
                </a:cubicBezTo>
                <a:lnTo>
                  <a:pt x="1986767" y="362713"/>
                </a:lnTo>
                <a:lnTo>
                  <a:pt x="1961330" y="371243"/>
                </a:lnTo>
                <a:cubicBezTo>
                  <a:pt x="1941795" y="401239"/>
                  <a:pt x="1896994" y="411509"/>
                  <a:pt x="1880193" y="441111"/>
                </a:cubicBezTo>
                <a:cubicBezTo>
                  <a:pt x="1843687" y="452556"/>
                  <a:pt x="1815249" y="487374"/>
                  <a:pt x="1786268" y="504295"/>
                </a:cubicBezTo>
                <a:lnTo>
                  <a:pt x="1795462" y="506573"/>
                </a:lnTo>
                <a:cubicBezTo>
                  <a:pt x="1790113" y="519497"/>
                  <a:pt x="1776495" y="511047"/>
                  <a:pt x="1771657" y="515606"/>
                </a:cubicBezTo>
                <a:cubicBezTo>
                  <a:pt x="1773124" y="514408"/>
                  <a:pt x="1777607" y="526644"/>
                  <a:pt x="1767804" y="530361"/>
                </a:cubicBezTo>
                <a:cubicBezTo>
                  <a:pt x="1737325" y="522223"/>
                  <a:pt x="1716881" y="557851"/>
                  <a:pt x="1686848" y="565240"/>
                </a:cubicBezTo>
                <a:cubicBezTo>
                  <a:pt x="1703113" y="587423"/>
                  <a:pt x="1705214" y="536808"/>
                  <a:pt x="1716641" y="563549"/>
                </a:cubicBezTo>
                <a:cubicBezTo>
                  <a:pt x="1706868" y="570301"/>
                  <a:pt x="1701885" y="582922"/>
                  <a:pt x="1687689" y="583502"/>
                </a:cubicBezTo>
                <a:lnTo>
                  <a:pt x="1686732" y="576337"/>
                </a:lnTo>
                <a:lnTo>
                  <a:pt x="1674642" y="595981"/>
                </a:lnTo>
                <a:cubicBezTo>
                  <a:pt x="1669534" y="603205"/>
                  <a:pt x="1658593" y="611520"/>
                  <a:pt x="1654112" y="599286"/>
                </a:cubicBezTo>
                <a:cubicBezTo>
                  <a:pt x="1647467" y="608373"/>
                  <a:pt x="1628134" y="613145"/>
                  <a:pt x="1635985" y="622020"/>
                </a:cubicBezTo>
                <a:cubicBezTo>
                  <a:pt x="1609293" y="623017"/>
                  <a:pt x="1586261" y="650977"/>
                  <a:pt x="1568250" y="662615"/>
                </a:cubicBezTo>
                <a:cubicBezTo>
                  <a:pt x="1551899" y="654561"/>
                  <a:pt x="1544022" y="689107"/>
                  <a:pt x="1522167" y="685544"/>
                </a:cubicBezTo>
                <a:lnTo>
                  <a:pt x="1251122" y="875514"/>
                </a:lnTo>
                <a:lnTo>
                  <a:pt x="1246796" y="871710"/>
                </a:lnTo>
                <a:cubicBezTo>
                  <a:pt x="1552098" y="655928"/>
                  <a:pt x="1859560" y="426311"/>
                  <a:pt x="2155742" y="185117"/>
                </a:cubicBezTo>
                <a:lnTo>
                  <a:pt x="2372831" y="0"/>
                </a:lnTo>
                <a:lnTo>
                  <a:pt x="2349236" y="0"/>
                </a:lnTo>
                <a:lnTo>
                  <a:pt x="2297533" y="49870"/>
                </a:lnTo>
                <a:cubicBezTo>
                  <a:pt x="2242817" y="74954"/>
                  <a:pt x="2211461" y="121929"/>
                  <a:pt x="2155334" y="154276"/>
                </a:cubicBezTo>
                <a:lnTo>
                  <a:pt x="2155305" y="151243"/>
                </a:lnTo>
                <a:cubicBezTo>
                  <a:pt x="2144538" y="177753"/>
                  <a:pt x="2117662" y="190513"/>
                  <a:pt x="2093347" y="207908"/>
                </a:cubicBezTo>
                <a:lnTo>
                  <a:pt x="2085890" y="201766"/>
                </a:lnTo>
                <a:cubicBezTo>
                  <a:pt x="2062018" y="211464"/>
                  <a:pt x="2083613" y="234186"/>
                  <a:pt x="2054748" y="240011"/>
                </a:cubicBezTo>
                <a:cubicBezTo>
                  <a:pt x="2051263" y="254469"/>
                  <a:pt x="2037364" y="232190"/>
                  <a:pt x="2040137" y="251321"/>
                </a:cubicBezTo>
                <a:cubicBezTo>
                  <a:pt x="1955985" y="307755"/>
                  <a:pt x="1887905" y="381639"/>
                  <a:pt x="1797833" y="430068"/>
                </a:cubicBezTo>
                <a:cubicBezTo>
                  <a:pt x="1737823" y="474139"/>
                  <a:pt x="1671538" y="526999"/>
                  <a:pt x="1613461" y="571938"/>
                </a:cubicBezTo>
                <a:cubicBezTo>
                  <a:pt x="1546633" y="606903"/>
                  <a:pt x="1482714" y="659665"/>
                  <a:pt x="1415954" y="693963"/>
                </a:cubicBezTo>
                <a:cubicBezTo>
                  <a:pt x="1585107" y="569399"/>
                  <a:pt x="1764428" y="440818"/>
                  <a:pt x="1932353" y="311754"/>
                </a:cubicBezTo>
                <a:cubicBezTo>
                  <a:pt x="1938871" y="297269"/>
                  <a:pt x="1953879" y="288692"/>
                  <a:pt x="1972816" y="281187"/>
                </a:cubicBezTo>
                <a:cubicBezTo>
                  <a:pt x="1970140" y="264422"/>
                  <a:pt x="1998157" y="270291"/>
                  <a:pt x="1994283" y="252059"/>
                </a:cubicBezTo>
                <a:cubicBezTo>
                  <a:pt x="2057895" y="228886"/>
                  <a:pt x="2115276" y="157620"/>
                  <a:pt x="2179610" y="117353"/>
                </a:cubicBezTo>
                <a:lnTo>
                  <a:pt x="2187036" y="97236"/>
                </a:lnTo>
                <a:cubicBezTo>
                  <a:pt x="2190069" y="97208"/>
                  <a:pt x="2193198" y="99545"/>
                  <a:pt x="2196327" y="101882"/>
                </a:cubicBezTo>
                <a:lnTo>
                  <a:pt x="2219416" y="79987"/>
                </a:lnTo>
                <a:cubicBezTo>
                  <a:pt x="2211575" y="87606"/>
                  <a:pt x="2196597" y="99215"/>
                  <a:pt x="2190338" y="94541"/>
                </a:cubicBezTo>
                <a:cubicBezTo>
                  <a:pt x="2214723" y="76481"/>
                  <a:pt x="2235610" y="56383"/>
                  <a:pt x="2261589" y="42523"/>
                </a:cubicBezTo>
                <a:cubicBezTo>
                  <a:pt x="2253380" y="50443"/>
                  <a:pt x="2240334" y="62920"/>
                  <a:pt x="2229122" y="73901"/>
                </a:cubicBezTo>
                <a:cubicBezTo>
                  <a:pt x="2242169" y="61423"/>
                  <a:pt x="2269440" y="51397"/>
                  <a:pt x="2274760" y="35443"/>
                </a:cubicBezTo>
                <a:lnTo>
                  <a:pt x="2262737" y="31194"/>
                </a:lnTo>
                <a:cubicBezTo>
                  <a:pt x="2217253" y="78084"/>
                  <a:pt x="2144680" y="123237"/>
                  <a:pt x="2109296" y="143549"/>
                </a:cubicBezTo>
                <a:lnTo>
                  <a:pt x="2113865" y="141656"/>
                </a:lnTo>
                <a:lnTo>
                  <a:pt x="2109181" y="154645"/>
                </a:lnTo>
                <a:cubicBezTo>
                  <a:pt x="2038202" y="204000"/>
                  <a:pt x="1955355" y="280763"/>
                  <a:pt x="1886567" y="311825"/>
                </a:cubicBezTo>
                <a:lnTo>
                  <a:pt x="1896755" y="294346"/>
                </a:lnTo>
                <a:lnTo>
                  <a:pt x="1876877" y="313356"/>
                </a:lnTo>
                <a:lnTo>
                  <a:pt x="1882270" y="311053"/>
                </a:lnTo>
                <a:lnTo>
                  <a:pt x="1881662" y="317051"/>
                </a:lnTo>
                <a:cubicBezTo>
                  <a:pt x="1888848" y="325857"/>
                  <a:pt x="1869668" y="339060"/>
                  <a:pt x="1858698" y="344344"/>
                </a:cubicBezTo>
                <a:lnTo>
                  <a:pt x="1860648" y="331750"/>
                </a:lnTo>
                <a:cubicBezTo>
                  <a:pt x="1850875" y="338501"/>
                  <a:pt x="1853733" y="343504"/>
                  <a:pt x="1856864" y="345841"/>
                </a:cubicBezTo>
                <a:cubicBezTo>
                  <a:pt x="1851658" y="350698"/>
                  <a:pt x="1847245" y="361023"/>
                  <a:pt x="1838883" y="360512"/>
                </a:cubicBezTo>
                <a:lnTo>
                  <a:pt x="1834458" y="354341"/>
                </a:lnTo>
                <a:cubicBezTo>
                  <a:pt x="1821653" y="361121"/>
                  <a:pt x="1810142" y="371735"/>
                  <a:pt x="1797607" y="375850"/>
                </a:cubicBezTo>
                <a:cubicBezTo>
                  <a:pt x="1797607" y="375850"/>
                  <a:pt x="1797577" y="372818"/>
                  <a:pt x="1794448" y="370481"/>
                </a:cubicBezTo>
                <a:lnTo>
                  <a:pt x="1778032" y="386320"/>
                </a:lnTo>
                <a:cubicBezTo>
                  <a:pt x="1776564" y="387518"/>
                  <a:pt x="1766936" y="386205"/>
                  <a:pt x="1762464" y="390464"/>
                </a:cubicBezTo>
                <a:lnTo>
                  <a:pt x="1776112" y="401946"/>
                </a:lnTo>
                <a:lnTo>
                  <a:pt x="1776495" y="388184"/>
                </a:lnTo>
                <a:cubicBezTo>
                  <a:pt x="1801113" y="394383"/>
                  <a:pt x="1817055" y="359982"/>
                  <a:pt x="1832141" y="367234"/>
                </a:cubicBezTo>
                <a:cubicBezTo>
                  <a:pt x="1775600" y="410310"/>
                  <a:pt x="1719357" y="453751"/>
                  <a:pt x="1659860" y="489460"/>
                </a:cubicBezTo>
                <a:lnTo>
                  <a:pt x="1674712" y="472453"/>
                </a:lnTo>
                <a:cubicBezTo>
                  <a:pt x="1650667" y="487182"/>
                  <a:pt x="1628087" y="500714"/>
                  <a:pt x="1618555" y="501765"/>
                </a:cubicBezTo>
                <a:lnTo>
                  <a:pt x="1631119" y="500683"/>
                </a:lnTo>
                <a:cubicBezTo>
                  <a:pt x="1632501" y="513615"/>
                  <a:pt x="1603039" y="541932"/>
                  <a:pt x="1587442" y="543044"/>
                </a:cubicBezTo>
                <a:cubicBezTo>
                  <a:pt x="1582990" y="533840"/>
                  <a:pt x="1602025" y="528702"/>
                  <a:pt x="1600971" y="519170"/>
                </a:cubicBezTo>
                <a:lnTo>
                  <a:pt x="1593129" y="526791"/>
                </a:lnTo>
                <a:cubicBezTo>
                  <a:pt x="1585259" y="531378"/>
                  <a:pt x="1559310" y="548271"/>
                  <a:pt x="1566195" y="533485"/>
                </a:cubicBezTo>
                <a:cubicBezTo>
                  <a:pt x="1562197" y="556306"/>
                  <a:pt x="1511844" y="558270"/>
                  <a:pt x="1518847" y="578839"/>
                </a:cubicBezTo>
                <a:cubicBezTo>
                  <a:pt x="1506312" y="582954"/>
                  <a:pt x="1494348" y="607997"/>
                  <a:pt x="1483705" y="593453"/>
                </a:cubicBezTo>
                <a:lnTo>
                  <a:pt x="1486592" y="601488"/>
                </a:lnTo>
                <a:cubicBezTo>
                  <a:pt x="1454965" y="604677"/>
                  <a:pt x="1447686" y="663183"/>
                  <a:pt x="1417873" y="631884"/>
                </a:cubicBezTo>
                <a:cubicBezTo>
                  <a:pt x="1431064" y="611342"/>
                  <a:pt x="1452888" y="611872"/>
                  <a:pt x="1467374" y="595163"/>
                </a:cubicBezTo>
                <a:lnTo>
                  <a:pt x="1459321" y="611514"/>
                </a:lnTo>
                <a:cubicBezTo>
                  <a:pt x="1473719" y="608934"/>
                  <a:pt x="1475738" y="595676"/>
                  <a:pt x="1471411" y="591869"/>
                </a:cubicBezTo>
                <a:lnTo>
                  <a:pt x="1600002" y="495510"/>
                </a:lnTo>
                <a:cubicBezTo>
                  <a:pt x="1587324" y="507689"/>
                  <a:pt x="1564746" y="521220"/>
                  <a:pt x="1552692" y="513940"/>
                </a:cubicBezTo>
                <a:cubicBezTo>
                  <a:pt x="1573224" y="510634"/>
                  <a:pt x="1575415" y="492344"/>
                  <a:pt x="1589274" y="495095"/>
                </a:cubicBezTo>
                <a:cubicBezTo>
                  <a:pt x="1596458" y="480676"/>
                  <a:pt x="1622010" y="461050"/>
                  <a:pt x="1642812" y="455080"/>
                </a:cubicBezTo>
                <a:cubicBezTo>
                  <a:pt x="1660282" y="448772"/>
                  <a:pt x="1685498" y="432479"/>
                  <a:pt x="1675520" y="418003"/>
                </a:cubicBezTo>
                <a:lnTo>
                  <a:pt x="1689619" y="415057"/>
                </a:lnTo>
                <a:lnTo>
                  <a:pt x="1690131" y="406694"/>
                </a:lnTo>
                <a:lnTo>
                  <a:pt x="1687098" y="406722"/>
                </a:lnTo>
                <a:cubicBezTo>
                  <a:pt x="1679692" y="413377"/>
                  <a:pt x="1662318" y="422051"/>
                  <a:pt x="1667042" y="428589"/>
                </a:cubicBezTo>
                <a:cubicBezTo>
                  <a:pt x="1658939" y="432143"/>
                  <a:pt x="1651658" y="438390"/>
                  <a:pt x="1644443" y="443970"/>
                </a:cubicBezTo>
                <a:lnTo>
                  <a:pt x="1623567" y="454677"/>
                </a:lnTo>
                <a:lnTo>
                  <a:pt x="1617385" y="461177"/>
                </a:lnTo>
                <a:cubicBezTo>
                  <a:pt x="1600926" y="472714"/>
                  <a:pt x="1576400" y="479316"/>
                  <a:pt x="1562581" y="496091"/>
                </a:cubicBezTo>
                <a:cubicBezTo>
                  <a:pt x="1546290" y="517329"/>
                  <a:pt x="1516140" y="535816"/>
                  <a:pt x="1492083" y="534050"/>
                </a:cubicBezTo>
                <a:lnTo>
                  <a:pt x="1699990" y="385814"/>
                </a:lnTo>
                <a:cubicBezTo>
                  <a:pt x="1691336" y="378204"/>
                  <a:pt x="1700887" y="363688"/>
                  <a:pt x="1704159" y="357962"/>
                </a:cubicBezTo>
                <a:cubicBezTo>
                  <a:pt x="1676870" y="381450"/>
                  <a:pt x="1641246" y="407459"/>
                  <a:pt x="1608062" y="425975"/>
                </a:cubicBezTo>
                <a:cubicBezTo>
                  <a:pt x="1605203" y="420974"/>
                  <a:pt x="1624142" y="413467"/>
                  <a:pt x="1614977" y="414222"/>
                </a:cubicBezTo>
                <a:lnTo>
                  <a:pt x="1600095" y="428197"/>
                </a:lnTo>
                <a:lnTo>
                  <a:pt x="1603225" y="430534"/>
                </a:lnTo>
                <a:lnTo>
                  <a:pt x="1541777" y="478835"/>
                </a:lnTo>
                <a:cubicBezTo>
                  <a:pt x="1537181" y="477695"/>
                  <a:pt x="1538619" y="473466"/>
                  <a:pt x="1540791" y="468637"/>
                </a:cubicBezTo>
                <a:cubicBezTo>
                  <a:pt x="1530662" y="492182"/>
                  <a:pt x="1486084" y="510215"/>
                  <a:pt x="1461856" y="536708"/>
                </a:cubicBezTo>
                <a:cubicBezTo>
                  <a:pt x="1439857" y="541209"/>
                  <a:pt x="1437780" y="548404"/>
                  <a:pt x="1421363" y="564244"/>
                </a:cubicBezTo>
                <a:cubicBezTo>
                  <a:pt x="1391251" y="555805"/>
                  <a:pt x="1392026" y="597959"/>
                  <a:pt x="1359202" y="599680"/>
                </a:cubicBezTo>
                <a:lnTo>
                  <a:pt x="1362359" y="605050"/>
                </a:lnTo>
                <a:cubicBezTo>
                  <a:pt x="1357791" y="606943"/>
                  <a:pt x="1355715" y="614138"/>
                  <a:pt x="1349187" y="612129"/>
                </a:cubicBezTo>
                <a:lnTo>
                  <a:pt x="1349699" y="603766"/>
                </a:lnTo>
                <a:cubicBezTo>
                  <a:pt x="1340623" y="636843"/>
                  <a:pt x="1284773" y="636567"/>
                  <a:pt x="1285103" y="663192"/>
                </a:cubicBezTo>
                <a:cubicBezTo>
                  <a:pt x="1272838" y="664642"/>
                  <a:pt x="1271816" y="681369"/>
                  <a:pt x="1267248" y="683262"/>
                </a:cubicBezTo>
                <a:lnTo>
                  <a:pt x="1260525" y="676522"/>
                </a:lnTo>
                <a:cubicBezTo>
                  <a:pt x="1233022" y="685515"/>
                  <a:pt x="1208958" y="700410"/>
                  <a:pt x="1186257" y="716412"/>
                </a:cubicBezTo>
                <a:lnTo>
                  <a:pt x="1134261" y="753005"/>
                </a:lnTo>
                <a:lnTo>
                  <a:pt x="1137001" y="746131"/>
                </a:lnTo>
                <a:lnTo>
                  <a:pt x="1132095" y="751356"/>
                </a:lnTo>
                <a:lnTo>
                  <a:pt x="1132961" y="753920"/>
                </a:lnTo>
                <a:lnTo>
                  <a:pt x="1120150" y="762936"/>
                </a:lnTo>
                <a:cubicBezTo>
                  <a:pt x="1125589" y="782337"/>
                  <a:pt x="1093275" y="775695"/>
                  <a:pt x="1092011" y="798120"/>
                </a:cubicBezTo>
                <a:cubicBezTo>
                  <a:pt x="1037553" y="804043"/>
                  <a:pt x="1042713" y="856067"/>
                  <a:pt x="991316" y="864995"/>
                </a:cubicBezTo>
                <a:cubicBezTo>
                  <a:pt x="965254" y="892984"/>
                  <a:pt x="926633" y="892097"/>
                  <a:pt x="912593" y="924335"/>
                </a:cubicBezTo>
                <a:cubicBezTo>
                  <a:pt x="875663" y="930016"/>
                  <a:pt x="857915" y="968946"/>
                  <a:pt x="821335" y="987789"/>
                </a:cubicBezTo>
                <a:cubicBezTo>
                  <a:pt x="806724" y="999100"/>
                  <a:pt x="768017" y="1012342"/>
                  <a:pt x="779433" y="1022588"/>
                </a:cubicBezTo>
                <a:lnTo>
                  <a:pt x="765430" y="1027901"/>
                </a:lnTo>
                <a:lnTo>
                  <a:pt x="771621" y="1033241"/>
                </a:lnTo>
                <a:cubicBezTo>
                  <a:pt x="741201" y="1054392"/>
                  <a:pt x="720190" y="1069090"/>
                  <a:pt x="692213" y="1082749"/>
                </a:cubicBezTo>
                <a:cubicBezTo>
                  <a:pt x="665482" y="1110671"/>
                  <a:pt x="634954" y="1112962"/>
                  <a:pt x="620547" y="1145500"/>
                </a:cubicBezTo>
                <a:cubicBezTo>
                  <a:pt x="407255" y="1299810"/>
                  <a:pt x="237152" y="1478022"/>
                  <a:pt x="47467" y="1641094"/>
                </a:cubicBezTo>
                <a:lnTo>
                  <a:pt x="0" y="1678530"/>
                </a:lnTo>
                <a:lnTo>
                  <a:pt x="0" y="4585821"/>
                </a:lnTo>
                <a:lnTo>
                  <a:pt x="7982" y="4583251"/>
                </a:lnTo>
                <a:cubicBezTo>
                  <a:pt x="32386" y="4572050"/>
                  <a:pt x="56290" y="4557895"/>
                  <a:pt x="78623" y="4541813"/>
                </a:cubicBezTo>
                <a:lnTo>
                  <a:pt x="82882" y="4546284"/>
                </a:lnTo>
                <a:lnTo>
                  <a:pt x="41907" y="4585216"/>
                </a:lnTo>
                <a:lnTo>
                  <a:pt x="94421" y="4561930"/>
                </a:lnTo>
                <a:lnTo>
                  <a:pt x="51547" y="4603024"/>
                </a:lnTo>
                <a:cubicBezTo>
                  <a:pt x="110049" y="4575464"/>
                  <a:pt x="171292" y="4542457"/>
                  <a:pt x="230238" y="4505596"/>
                </a:cubicBezTo>
                <a:lnTo>
                  <a:pt x="291942" y="4464024"/>
                </a:lnTo>
                <a:lnTo>
                  <a:pt x="289274" y="4468280"/>
                </a:lnTo>
                <a:cubicBezTo>
                  <a:pt x="285540" y="4475757"/>
                  <a:pt x="282203" y="4482404"/>
                  <a:pt x="272564" y="4479471"/>
                </a:cubicBezTo>
                <a:lnTo>
                  <a:pt x="263268" y="4492081"/>
                </a:lnTo>
                <a:lnTo>
                  <a:pt x="260724" y="4491159"/>
                </a:lnTo>
                <a:lnTo>
                  <a:pt x="255393" y="4495948"/>
                </a:lnTo>
                <a:lnTo>
                  <a:pt x="262326" y="4493360"/>
                </a:lnTo>
                <a:lnTo>
                  <a:pt x="224596" y="4544537"/>
                </a:lnTo>
                <a:cubicBezTo>
                  <a:pt x="208098" y="4566881"/>
                  <a:pt x="192676" y="4590611"/>
                  <a:pt x="183080" y="4617909"/>
                </a:cubicBezTo>
                <a:lnTo>
                  <a:pt x="189670" y="4624779"/>
                </a:lnTo>
                <a:cubicBezTo>
                  <a:pt x="187677" y="4629304"/>
                  <a:pt x="170932" y="4629957"/>
                  <a:pt x="169213" y="4642188"/>
                </a:cubicBezTo>
                <a:cubicBezTo>
                  <a:pt x="142601" y="4641271"/>
                  <a:pt x="141647" y="4697113"/>
                  <a:pt x="108378" y="4705458"/>
                </a:cubicBezTo>
                <a:lnTo>
                  <a:pt x="116751" y="4705131"/>
                </a:lnTo>
                <a:cubicBezTo>
                  <a:pt x="118615" y="4711702"/>
                  <a:pt x="111376" y="4713619"/>
                  <a:pt x="109383" y="4718145"/>
                </a:cubicBezTo>
                <a:lnTo>
                  <a:pt x="104084" y="4714869"/>
                </a:lnTo>
                <a:cubicBezTo>
                  <a:pt x="101640" y="4747649"/>
                  <a:pt x="59513" y="4745945"/>
                  <a:pt x="67287" y="4776236"/>
                </a:cubicBezTo>
                <a:cubicBezTo>
                  <a:pt x="51090" y="4792300"/>
                  <a:pt x="43850" y="4794217"/>
                  <a:pt x="38866" y="4816112"/>
                </a:cubicBezTo>
                <a:cubicBezTo>
                  <a:pt x="25356" y="4827932"/>
                  <a:pt x="13848" y="4844884"/>
                  <a:pt x="2748" y="4860083"/>
                </a:cubicBezTo>
                <a:lnTo>
                  <a:pt x="0" y="4863508"/>
                </a:lnTo>
                <a:lnTo>
                  <a:pt x="0" y="4893869"/>
                </a:lnTo>
                <a:lnTo>
                  <a:pt x="35542" y="4846273"/>
                </a:lnTo>
                <a:cubicBezTo>
                  <a:pt x="36160" y="4858319"/>
                  <a:pt x="31682" y="4871775"/>
                  <a:pt x="24352" y="4884198"/>
                </a:cubicBezTo>
                <a:lnTo>
                  <a:pt x="0" y="4911483"/>
                </a:lnTo>
                <a:lnTo>
                  <a:pt x="0" y="4931029"/>
                </a:lnTo>
                <a:lnTo>
                  <a:pt x="1954" y="4926955"/>
                </a:lnTo>
                <a:cubicBezTo>
                  <a:pt x="6702" y="4922212"/>
                  <a:pt x="12224" y="4916652"/>
                  <a:pt x="14102" y="4906425"/>
                </a:cubicBezTo>
                <a:cubicBezTo>
                  <a:pt x="17609" y="4912530"/>
                  <a:pt x="15856" y="4921152"/>
                  <a:pt x="11669" y="4929798"/>
                </a:cubicBezTo>
                <a:lnTo>
                  <a:pt x="0" y="4945911"/>
                </a:lnTo>
                <a:lnTo>
                  <a:pt x="0" y="4946478"/>
                </a:lnTo>
                <a:lnTo>
                  <a:pt x="93804" y="4826879"/>
                </a:lnTo>
                <a:cubicBezTo>
                  <a:pt x="97513" y="4831289"/>
                  <a:pt x="110814" y="4829563"/>
                  <a:pt x="113710" y="4815225"/>
                </a:cubicBezTo>
                <a:lnTo>
                  <a:pt x="97186" y="4822916"/>
                </a:lnTo>
                <a:cubicBezTo>
                  <a:pt x="114209" y="4808802"/>
                  <a:pt x="114160" y="4786970"/>
                  <a:pt x="134988" y="4774235"/>
                </a:cubicBezTo>
                <a:cubicBezTo>
                  <a:pt x="165622" y="4804731"/>
                  <a:pt x="106970" y="4810719"/>
                  <a:pt x="103085" y="4842269"/>
                </a:cubicBezTo>
                <a:lnTo>
                  <a:pt x="95116" y="4839205"/>
                </a:lnTo>
                <a:cubicBezTo>
                  <a:pt x="109421" y="4850166"/>
                  <a:pt x="84122" y="4861576"/>
                  <a:pt x="79732" y="4874017"/>
                </a:cubicBezTo>
                <a:cubicBezTo>
                  <a:pt x="59322" y="4866563"/>
                  <a:pt x="56249" y="4916861"/>
                  <a:pt x="33345" y="4920355"/>
                </a:cubicBezTo>
                <a:cubicBezTo>
                  <a:pt x="48279" y="4913797"/>
                  <a:pt x="30820" y="4939368"/>
                  <a:pt x="26060" y="4947135"/>
                </a:cubicBezTo>
                <a:lnTo>
                  <a:pt x="18269" y="4954806"/>
                </a:lnTo>
                <a:cubicBezTo>
                  <a:pt x="27775" y="4956070"/>
                  <a:pt x="33331" y="4937153"/>
                  <a:pt x="42435" y="4941807"/>
                </a:cubicBezTo>
                <a:cubicBezTo>
                  <a:pt x="41344" y="4953484"/>
                  <a:pt x="24782" y="4972621"/>
                  <a:pt x="11127" y="4980756"/>
                </a:cubicBezTo>
                <a:lnTo>
                  <a:pt x="0" y="4984265"/>
                </a:lnTo>
                <a:lnTo>
                  <a:pt x="0" y="5030699"/>
                </a:lnTo>
                <a:lnTo>
                  <a:pt x="2026" y="5028110"/>
                </a:lnTo>
                <a:cubicBezTo>
                  <a:pt x="67775" y="4942572"/>
                  <a:pt x="132964" y="4856869"/>
                  <a:pt x="197094" y="4773684"/>
                </a:cubicBezTo>
                <a:cubicBezTo>
                  <a:pt x="161333" y="4839673"/>
                  <a:pt x="107177" y="4902415"/>
                  <a:pt x="70748" y="4968456"/>
                </a:cubicBezTo>
                <a:lnTo>
                  <a:pt x="0" y="5055249"/>
                </a:lnTo>
                <a:lnTo>
                  <a:pt x="0" y="5101381"/>
                </a:lnTo>
                <a:lnTo>
                  <a:pt x="34753" y="5058914"/>
                </a:lnTo>
                <a:cubicBezTo>
                  <a:pt x="152600" y="4909422"/>
                  <a:pt x="267296" y="4758720"/>
                  <a:pt x="378523" y="4608482"/>
                </a:cubicBezTo>
                <a:lnTo>
                  <a:pt x="382231" y="4612891"/>
                </a:lnTo>
                <a:lnTo>
                  <a:pt x="186338" y="4879685"/>
                </a:lnTo>
                <a:cubicBezTo>
                  <a:pt x="189419" y="4901614"/>
                  <a:pt x="154708" y="4908729"/>
                  <a:pt x="162399" y="4925254"/>
                </a:cubicBezTo>
                <a:cubicBezTo>
                  <a:pt x="150367" y="4943003"/>
                  <a:pt x="121907" y="4965413"/>
                  <a:pt x="120323" y="4992077"/>
                </a:cubicBezTo>
                <a:cubicBezTo>
                  <a:pt x="111623" y="4984032"/>
                  <a:pt x="106426" y="5003256"/>
                  <a:pt x="97194" y="5009699"/>
                </a:cubicBezTo>
                <a:cubicBezTo>
                  <a:pt x="109327" y="5014449"/>
                  <a:pt x="100773" y="5025204"/>
                  <a:pt x="93439" y="5030152"/>
                </a:cubicBezTo>
                <a:lnTo>
                  <a:pt x="73533" y="5041806"/>
                </a:lnTo>
                <a:lnTo>
                  <a:pt x="80676" y="5042920"/>
                </a:lnTo>
                <a:cubicBezTo>
                  <a:pt x="79783" y="5057101"/>
                  <a:pt x="67054" y="5061804"/>
                  <a:pt x="60090" y="5071426"/>
                </a:cubicBezTo>
                <a:cubicBezTo>
                  <a:pt x="33606" y="5059414"/>
                  <a:pt x="84255" y="5058427"/>
                  <a:pt x="62436" y="5041678"/>
                </a:cubicBezTo>
                <a:cubicBezTo>
                  <a:pt x="54387" y="5071541"/>
                  <a:pt x="18317" y="5091195"/>
                  <a:pt x="25784" y="5121846"/>
                </a:cubicBezTo>
                <a:cubicBezTo>
                  <a:pt x="21850" y="5131565"/>
                  <a:pt x="9716" y="5126814"/>
                  <a:pt x="10946" y="5125372"/>
                </a:cubicBezTo>
                <a:cubicBezTo>
                  <a:pt x="6282" y="5130109"/>
                  <a:pt x="14429" y="5143910"/>
                  <a:pt x="1392" y="5148973"/>
                </a:cubicBezTo>
                <a:lnTo>
                  <a:pt x="0" y="5142773"/>
                </a:lnTo>
                <a:lnTo>
                  <a:pt x="0" y="6858000"/>
                </a:lnTo>
                <a:lnTo>
                  <a:pt x="30099" y="6858000"/>
                </a:lnTo>
                <a:lnTo>
                  <a:pt x="40961" y="6849396"/>
                </a:lnTo>
                <a:lnTo>
                  <a:pt x="48267" y="6831349"/>
                </a:lnTo>
                <a:lnTo>
                  <a:pt x="52801" y="6837709"/>
                </a:lnTo>
                <a:lnTo>
                  <a:pt x="56269" y="6826348"/>
                </a:lnTo>
                <a:lnTo>
                  <a:pt x="240307" y="6655900"/>
                </a:lnTo>
                <a:cubicBezTo>
                  <a:pt x="249572" y="6641392"/>
                  <a:pt x="254639" y="6633264"/>
                  <a:pt x="268651" y="6627788"/>
                </a:cubicBezTo>
                <a:lnTo>
                  <a:pt x="259918" y="6627807"/>
                </a:lnTo>
                <a:cubicBezTo>
                  <a:pt x="261489" y="6617941"/>
                  <a:pt x="270625" y="6614530"/>
                  <a:pt x="276053" y="6606709"/>
                </a:cubicBezTo>
                <a:cubicBezTo>
                  <a:pt x="288134" y="6610792"/>
                  <a:pt x="286855" y="6590401"/>
                  <a:pt x="294497" y="6585093"/>
                </a:cubicBezTo>
                <a:lnTo>
                  <a:pt x="370669" y="6511873"/>
                </a:lnTo>
                <a:lnTo>
                  <a:pt x="372937" y="6515053"/>
                </a:lnTo>
                <a:lnTo>
                  <a:pt x="393183" y="6494973"/>
                </a:lnTo>
                <a:lnTo>
                  <a:pt x="387841" y="6495396"/>
                </a:lnTo>
                <a:cubicBezTo>
                  <a:pt x="398547" y="6482118"/>
                  <a:pt x="422824" y="6449289"/>
                  <a:pt x="432964" y="6458565"/>
                </a:cubicBezTo>
                <a:cubicBezTo>
                  <a:pt x="425399" y="6452109"/>
                  <a:pt x="443345" y="6436915"/>
                  <a:pt x="451443" y="6428883"/>
                </a:cubicBezTo>
                <a:lnTo>
                  <a:pt x="456011" y="6427177"/>
                </a:lnTo>
                <a:lnTo>
                  <a:pt x="455540" y="6428184"/>
                </a:lnTo>
                <a:lnTo>
                  <a:pt x="473051" y="6403740"/>
                </a:lnTo>
                <a:cubicBezTo>
                  <a:pt x="484683" y="6390473"/>
                  <a:pt x="497973" y="6377999"/>
                  <a:pt x="511514" y="6368696"/>
                </a:cubicBezTo>
                <a:lnTo>
                  <a:pt x="499947" y="6388089"/>
                </a:lnTo>
                <a:lnTo>
                  <a:pt x="531727" y="6356681"/>
                </a:lnTo>
                <a:lnTo>
                  <a:pt x="523047" y="6357368"/>
                </a:lnTo>
                <a:cubicBezTo>
                  <a:pt x="523080" y="6349303"/>
                  <a:pt x="531856" y="6345585"/>
                  <a:pt x="536054" y="6339206"/>
                </a:cubicBezTo>
                <a:lnTo>
                  <a:pt x="553975" y="6328564"/>
                </a:lnTo>
                <a:lnTo>
                  <a:pt x="536150" y="6336175"/>
                </a:lnTo>
                <a:cubicBezTo>
                  <a:pt x="561041" y="6302626"/>
                  <a:pt x="598522" y="6271103"/>
                  <a:pt x="623835" y="6242895"/>
                </a:cubicBezTo>
                <a:cubicBezTo>
                  <a:pt x="628274" y="6252285"/>
                  <a:pt x="621766" y="6259184"/>
                  <a:pt x="614897" y="6265775"/>
                </a:cubicBezTo>
                <a:lnTo>
                  <a:pt x="612629" y="6262595"/>
                </a:lnTo>
                <a:lnTo>
                  <a:pt x="607658" y="6267692"/>
                </a:lnTo>
                <a:lnTo>
                  <a:pt x="609926" y="6270872"/>
                </a:lnTo>
                <a:cubicBezTo>
                  <a:pt x="723430" y="6168493"/>
                  <a:pt x="837173" y="6035188"/>
                  <a:pt x="953804" y="5929874"/>
                </a:cubicBezTo>
                <a:lnTo>
                  <a:pt x="952541" y="5939380"/>
                </a:lnTo>
                <a:cubicBezTo>
                  <a:pt x="807551" y="6089604"/>
                  <a:pt x="696109" y="6218023"/>
                  <a:pt x="551460" y="6359822"/>
                </a:cubicBezTo>
                <a:cubicBezTo>
                  <a:pt x="548954" y="6387568"/>
                  <a:pt x="515146" y="6384869"/>
                  <a:pt x="508898" y="6416271"/>
                </a:cubicBezTo>
                <a:cubicBezTo>
                  <a:pt x="483823" y="6413553"/>
                  <a:pt x="482451" y="6442889"/>
                  <a:pt x="466446" y="6452890"/>
                </a:cubicBezTo>
                <a:lnTo>
                  <a:pt x="463708" y="6469233"/>
                </a:lnTo>
                <a:cubicBezTo>
                  <a:pt x="450570" y="6451795"/>
                  <a:pt x="441535" y="6477706"/>
                  <a:pt x="437294" y="6487785"/>
                </a:cubicBezTo>
                <a:cubicBezTo>
                  <a:pt x="409045" y="6512865"/>
                  <a:pt x="388832" y="6524881"/>
                  <a:pt x="362755" y="6556172"/>
                </a:cubicBezTo>
                <a:lnTo>
                  <a:pt x="366516" y="6561249"/>
                </a:lnTo>
                <a:cubicBezTo>
                  <a:pt x="396008" y="6517929"/>
                  <a:pt x="427919" y="6522121"/>
                  <a:pt x="458871" y="6488764"/>
                </a:cubicBezTo>
                <a:lnTo>
                  <a:pt x="462272" y="6493534"/>
                </a:lnTo>
                <a:cubicBezTo>
                  <a:pt x="459371" y="6482341"/>
                  <a:pt x="472345" y="6472243"/>
                  <a:pt x="481981" y="6462411"/>
                </a:cubicBezTo>
                <a:lnTo>
                  <a:pt x="485319" y="6462146"/>
                </a:lnTo>
                <a:lnTo>
                  <a:pt x="476880" y="6478603"/>
                </a:lnTo>
                <a:cubicBezTo>
                  <a:pt x="488250" y="6486438"/>
                  <a:pt x="484248" y="6465591"/>
                  <a:pt x="497093" y="6466589"/>
                </a:cubicBezTo>
                <a:cubicBezTo>
                  <a:pt x="480539" y="6461181"/>
                  <a:pt x="496492" y="6450511"/>
                  <a:pt x="498826" y="6437560"/>
                </a:cubicBezTo>
                <a:lnTo>
                  <a:pt x="478252" y="6449268"/>
                </a:lnTo>
                <a:cubicBezTo>
                  <a:pt x="490530" y="6426124"/>
                  <a:pt x="520705" y="6412649"/>
                  <a:pt x="536479" y="6391243"/>
                </a:cubicBezTo>
                <a:lnTo>
                  <a:pt x="539880" y="6396013"/>
                </a:lnTo>
                <a:lnTo>
                  <a:pt x="597151" y="6347134"/>
                </a:lnTo>
                <a:lnTo>
                  <a:pt x="578769" y="6373785"/>
                </a:lnTo>
                <a:lnTo>
                  <a:pt x="590172" y="6373553"/>
                </a:lnTo>
                <a:cubicBezTo>
                  <a:pt x="576666" y="6398140"/>
                  <a:pt x="570527" y="6409711"/>
                  <a:pt x="545016" y="6418450"/>
                </a:cubicBezTo>
                <a:lnTo>
                  <a:pt x="564935" y="6389997"/>
                </a:lnTo>
                <a:cubicBezTo>
                  <a:pt x="545255" y="6387524"/>
                  <a:pt x="529646" y="6436464"/>
                  <a:pt x="498399" y="6453383"/>
                </a:cubicBezTo>
                <a:lnTo>
                  <a:pt x="523180" y="6439664"/>
                </a:lnTo>
                <a:lnTo>
                  <a:pt x="511307" y="6459416"/>
                </a:lnTo>
                <a:lnTo>
                  <a:pt x="514645" y="6459152"/>
                </a:lnTo>
                <a:lnTo>
                  <a:pt x="497799" y="6484002"/>
                </a:lnTo>
                <a:cubicBezTo>
                  <a:pt x="506840" y="6483622"/>
                  <a:pt x="512979" y="6472050"/>
                  <a:pt x="520620" y="6466742"/>
                </a:cubicBezTo>
                <a:cubicBezTo>
                  <a:pt x="505182" y="6454191"/>
                  <a:pt x="542629" y="6430733"/>
                  <a:pt x="549806" y="6423782"/>
                </a:cubicBezTo>
                <a:lnTo>
                  <a:pt x="558486" y="6423094"/>
                </a:lnTo>
                <a:lnTo>
                  <a:pt x="890134" y="6080378"/>
                </a:lnTo>
                <a:cubicBezTo>
                  <a:pt x="897733" y="6078768"/>
                  <a:pt x="892728" y="6091930"/>
                  <a:pt x="890735" y="6096455"/>
                </a:cubicBezTo>
                <a:cubicBezTo>
                  <a:pt x="774788" y="6231615"/>
                  <a:pt x="659919" y="6320999"/>
                  <a:pt x="550340" y="6455989"/>
                </a:cubicBezTo>
                <a:cubicBezTo>
                  <a:pt x="534402" y="6449861"/>
                  <a:pt x="542939" y="6477068"/>
                  <a:pt x="524392" y="6476186"/>
                </a:cubicBezTo>
                <a:lnTo>
                  <a:pt x="523859" y="6490672"/>
                </a:lnTo>
                <a:cubicBezTo>
                  <a:pt x="644068" y="6354169"/>
                  <a:pt x="789496" y="6239184"/>
                  <a:pt x="922530" y="6094946"/>
                </a:cubicBezTo>
                <a:cubicBezTo>
                  <a:pt x="963297" y="6062491"/>
                  <a:pt x="999817" y="6014584"/>
                  <a:pt x="1045458" y="5980063"/>
                </a:cubicBezTo>
                <a:lnTo>
                  <a:pt x="1043888" y="5989929"/>
                </a:lnTo>
                <a:lnTo>
                  <a:pt x="951115" y="6082605"/>
                </a:lnTo>
                <a:cubicBezTo>
                  <a:pt x="955650" y="6088964"/>
                  <a:pt x="968202" y="6073525"/>
                  <a:pt x="974941" y="6078030"/>
                </a:cubicBezTo>
                <a:cubicBezTo>
                  <a:pt x="971765" y="6059133"/>
                  <a:pt x="993016" y="6051739"/>
                  <a:pt x="1003363" y="6038154"/>
                </a:cubicBezTo>
                <a:lnTo>
                  <a:pt x="1006667" y="6045955"/>
                </a:lnTo>
                <a:cubicBezTo>
                  <a:pt x="1002907" y="6040878"/>
                  <a:pt x="1016283" y="6027389"/>
                  <a:pt x="1020045" y="6032466"/>
                </a:cubicBezTo>
                <a:lnTo>
                  <a:pt x="1025747" y="6032351"/>
                </a:lnTo>
                <a:cubicBezTo>
                  <a:pt x="1005861" y="6064412"/>
                  <a:pt x="974452" y="6098897"/>
                  <a:pt x="948354" y="6124695"/>
                </a:cubicBezTo>
                <a:lnTo>
                  <a:pt x="948294" y="6124752"/>
                </a:lnTo>
                <a:lnTo>
                  <a:pt x="957934" y="6122041"/>
                </a:lnTo>
                <a:cubicBezTo>
                  <a:pt x="949494" y="6138499"/>
                  <a:pt x="932620" y="6150249"/>
                  <a:pt x="921914" y="6163527"/>
                </a:cubicBezTo>
                <a:cubicBezTo>
                  <a:pt x="927322" y="6146973"/>
                  <a:pt x="907075" y="6167053"/>
                  <a:pt x="900196" y="6169277"/>
                </a:cubicBezTo>
                <a:cubicBezTo>
                  <a:pt x="892488" y="6190716"/>
                  <a:pt x="874946" y="6202519"/>
                  <a:pt x="858994" y="6213189"/>
                </a:cubicBezTo>
                <a:lnTo>
                  <a:pt x="853017" y="6205599"/>
                </a:lnTo>
                <a:cubicBezTo>
                  <a:pt x="858058" y="6231068"/>
                  <a:pt x="798288" y="6265363"/>
                  <a:pt x="782841" y="6295141"/>
                </a:cubicBezTo>
                <a:cubicBezTo>
                  <a:pt x="783975" y="6296731"/>
                  <a:pt x="786242" y="6299911"/>
                  <a:pt x="786146" y="6302942"/>
                </a:cubicBezTo>
                <a:lnTo>
                  <a:pt x="767599" y="6302059"/>
                </a:lnTo>
                <a:cubicBezTo>
                  <a:pt x="779571" y="6325971"/>
                  <a:pt x="738785" y="6349693"/>
                  <a:pt x="736081" y="6357969"/>
                </a:cubicBezTo>
                <a:cubicBezTo>
                  <a:pt x="828787" y="6281425"/>
                  <a:pt x="845357" y="6248871"/>
                  <a:pt x="940397" y="6159376"/>
                </a:cubicBezTo>
                <a:cubicBezTo>
                  <a:pt x="941094" y="6172422"/>
                  <a:pt x="934586" y="6179320"/>
                  <a:pt x="925853" y="6179340"/>
                </a:cubicBezTo>
                <a:cubicBezTo>
                  <a:pt x="883420" y="6224692"/>
                  <a:pt x="845959" y="6264948"/>
                  <a:pt x="813339" y="6311204"/>
                </a:cubicBezTo>
                <a:lnTo>
                  <a:pt x="805870" y="6301716"/>
                </a:lnTo>
                <a:cubicBezTo>
                  <a:pt x="806067" y="6321186"/>
                  <a:pt x="778418" y="6315648"/>
                  <a:pt x="779389" y="6336400"/>
                </a:cubicBezTo>
                <a:cubicBezTo>
                  <a:pt x="768409" y="6341972"/>
                  <a:pt x="760309" y="6350004"/>
                  <a:pt x="750771" y="6356806"/>
                </a:cubicBezTo>
                <a:lnTo>
                  <a:pt x="762577" y="6353184"/>
                </a:lnTo>
                <a:lnTo>
                  <a:pt x="744925" y="6384816"/>
                </a:lnTo>
                <a:cubicBezTo>
                  <a:pt x="979561" y="6144852"/>
                  <a:pt x="1182724" y="5935936"/>
                  <a:pt x="1410073" y="5722753"/>
                </a:cubicBezTo>
                <a:cubicBezTo>
                  <a:pt x="1396936" y="5752012"/>
                  <a:pt x="1363846" y="5771093"/>
                  <a:pt x="1345516" y="5798412"/>
                </a:cubicBezTo>
                <a:cubicBezTo>
                  <a:pt x="1280972" y="5857273"/>
                  <a:pt x="1215719" y="5919886"/>
                  <a:pt x="1149394" y="5985943"/>
                </a:cubicBezTo>
                <a:cubicBezTo>
                  <a:pt x="1154107" y="6003039"/>
                  <a:pt x="1135689" y="5991060"/>
                  <a:pt x="1129148" y="6006022"/>
                </a:cubicBezTo>
                <a:cubicBezTo>
                  <a:pt x="1045286" y="6109414"/>
                  <a:pt x="927555" y="6205073"/>
                  <a:pt x="844064" y="6313138"/>
                </a:cubicBezTo>
                <a:cubicBezTo>
                  <a:pt x="835528" y="6332626"/>
                  <a:pt x="803767" y="6326071"/>
                  <a:pt x="802860" y="6357049"/>
                </a:cubicBezTo>
                <a:cubicBezTo>
                  <a:pt x="731808" y="6422808"/>
                  <a:pt x="671526" y="6480324"/>
                  <a:pt x="611018" y="6551968"/>
                </a:cubicBezTo>
                <a:cubicBezTo>
                  <a:pt x="596610" y="6552437"/>
                  <a:pt x="591690" y="6563492"/>
                  <a:pt x="587008" y="6574361"/>
                </a:cubicBezTo>
                <a:lnTo>
                  <a:pt x="579088" y="6589025"/>
                </a:lnTo>
                <a:lnTo>
                  <a:pt x="657198" y="6510980"/>
                </a:lnTo>
                <a:cubicBezTo>
                  <a:pt x="721805" y="6446025"/>
                  <a:pt x="786370" y="6380023"/>
                  <a:pt x="840691" y="6321467"/>
                </a:cubicBezTo>
                <a:lnTo>
                  <a:pt x="849732" y="6321088"/>
                </a:lnTo>
                <a:cubicBezTo>
                  <a:pt x="854832" y="6304894"/>
                  <a:pt x="878057" y="6284243"/>
                  <a:pt x="893702" y="6273933"/>
                </a:cubicBezTo>
                <a:cubicBezTo>
                  <a:pt x="893203" y="6280355"/>
                  <a:pt x="879210" y="6294565"/>
                  <a:pt x="871789" y="6306910"/>
                </a:cubicBezTo>
                <a:cubicBezTo>
                  <a:pt x="879792" y="6301910"/>
                  <a:pt x="916317" y="6279534"/>
                  <a:pt x="898981" y="6268476"/>
                </a:cubicBezTo>
                <a:cubicBezTo>
                  <a:pt x="907079" y="6260445"/>
                  <a:pt x="914351" y="6250463"/>
                  <a:pt x="924102" y="6246331"/>
                </a:cubicBezTo>
                <a:cubicBezTo>
                  <a:pt x="924070" y="6254396"/>
                  <a:pt x="915293" y="6258114"/>
                  <a:pt x="909251" y="6266656"/>
                </a:cubicBezTo>
                <a:cubicBezTo>
                  <a:pt x="919488" y="6272899"/>
                  <a:pt x="927504" y="6251100"/>
                  <a:pt x="935568" y="6251134"/>
                </a:cubicBezTo>
                <a:cubicBezTo>
                  <a:pt x="934306" y="6260640"/>
                  <a:pt x="923326" y="6266212"/>
                  <a:pt x="916053" y="6276195"/>
                </a:cubicBezTo>
                <a:lnTo>
                  <a:pt x="917187" y="6277785"/>
                </a:lnTo>
                <a:cubicBezTo>
                  <a:pt x="966730" y="6241612"/>
                  <a:pt x="995947" y="6190587"/>
                  <a:pt x="1047790" y="6149528"/>
                </a:cubicBezTo>
                <a:cubicBezTo>
                  <a:pt x="1046125" y="6162426"/>
                  <a:pt x="1038492" y="6172101"/>
                  <a:pt x="1028549" y="6182294"/>
                </a:cubicBezTo>
                <a:cubicBezTo>
                  <a:pt x="1083034" y="6127926"/>
                  <a:pt x="1128594" y="6079637"/>
                  <a:pt x="1188780" y="6025153"/>
                </a:cubicBezTo>
                <a:cubicBezTo>
                  <a:pt x="1129065" y="6106811"/>
                  <a:pt x="1053945" y="6167854"/>
                  <a:pt x="983686" y="6243628"/>
                </a:cubicBezTo>
                <a:lnTo>
                  <a:pt x="988221" y="6249989"/>
                </a:lnTo>
                <a:cubicBezTo>
                  <a:pt x="1016546" y="6213144"/>
                  <a:pt x="1062284" y="6175591"/>
                  <a:pt x="1087132" y="6145741"/>
                </a:cubicBezTo>
                <a:cubicBezTo>
                  <a:pt x="1101643" y="6133843"/>
                  <a:pt x="1116495" y="6113518"/>
                  <a:pt x="1128302" y="6109895"/>
                </a:cubicBezTo>
                <a:cubicBezTo>
                  <a:pt x="1122034" y="6132564"/>
                  <a:pt x="1104915" y="6149708"/>
                  <a:pt x="1086566" y="6168294"/>
                </a:cubicBezTo>
                <a:lnTo>
                  <a:pt x="1075566" y="6165134"/>
                </a:lnTo>
                <a:cubicBezTo>
                  <a:pt x="1078064" y="6179718"/>
                  <a:pt x="1057914" y="6196767"/>
                  <a:pt x="1045035" y="6203833"/>
                </a:cubicBezTo>
                <a:cubicBezTo>
                  <a:pt x="1047303" y="6207013"/>
                  <a:pt x="1049508" y="6205159"/>
                  <a:pt x="1052539" y="6205255"/>
                </a:cubicBezTo>
                <a:cubicBezTo>
                  <a:pt x="1030980" y="6213009"/>
                  <a:pt x="1006441" y="6242499"/>
                  <a:pt x="991897" y="6262463"/>
                </a:cubicBezTo>
                <a:lnTo>
                  <a:pt x="1006311" y="6253595"/>
                </a:lnTo>
                <a:lnTo>
                  <a:pt x="1006734" y="6258937"/>
                </a:lnTo>
                <a:lnTo>
                  <a:pt x="1053279" y="6214602"/>
                </a:lnTo>
                <a:cubicBezTo>
                  <a:pt x="1050172" y="6226270"/>
                  <a:pt x="1037908" y="6232616"/>
                  <a:pt x="1028792" y="6244760"/>
                </a:cubicBezTo>
                <a:cubicBezTo>
                  <a:pt x="1041438" y="6226290"/>
                  <a:pt x="1079243" y="6224305"/>
                  <a:pt x="1076408" y="6196982"/>
                </a:cubicBezTo>
                <a:cubicBezTo>
                  <a:pt x="1074160" y="6202535"/>
                  <a:pt x="1068862" y="6199259"/>
                  <a:pt x="1063986" y="6201325"/>
                </a:cubicBezTo>
                <a:cubicBezTo>
                  <a:pt x="1070931" y="6182969"/>
                  <a:pt x="1089640" y="6164691"/>
                  <a:pt x="1106630" y="6158643"/>
                </a:cubicBezTo>
                <a:cubicBezTo>
                  <a:pt x="1110633" y="6179490"/>
                  <a:pt x="1090645" y="6177377"/>
                  <a:pt x="1092783" y="6191654"/>
                </a:cubicBezTo>
                <a:lnTo>
                  <a:pt x="1161375" y="6128777"/>
                </a:lnTo>
                <a:cubicBezTo>
                  <a:pt x="1158138" y="6151541"/>
                  <a:pt x="1132614" y="6177078"/>
                  <a:pt x="1114264" y="6195664"/>
                </a:cubicBezTo>
                <a:lnTo>
                  <a:pt x="1110864" y="6190894"/>
                </a:lnTo>
                <a:cubicBezTo>
                  <a:pt x="1093417" y="6199666"/>
                  <a:pt x="1092851" y="6222219"/>
                  <a:pt x="1085209" y="6227527"/>
                </a:cubicBezTo>
                <a:cubicBezTo>
                  <a:pt x="1064395" y="6223464"/>
                  <a:pt x="1048041" y="6284221"/>
                  <a:pt x="1025896" y="6259100"/>
                </a:cubicBezTo>
                <a:cubicBezTo>
                  <a:pt x="1015209" y="6281109"/>
                  <a:pt x="1013721" y="6304744"/>
                  <a:pt x="986864" y="6309221"/>
                </a:cubicBezTo>
                <a:lnTo>
                  <a:pt x="990593" y="6322364"/>
                </a:lnTo>
                <a:cubicBezTo>
                  <a:pt x="983079" y="6316576"/>
                  <a:pt x="974587" y="6332365"/>
                  <a:pt x="964740" y="6339528"/>
                </a:cubicBezTo>
                <a:cubicBezTo>
                  <a:pt x="967368" y="6343015"/>
                  <a:pt x="976547" y="6335905"/>
                  <a:pt x="977182" y="6343919"/>
                </a:cubicBezTo>
                <a:cubicBezTo>
                  <a:pt x="974553" y="6340431"/>
                  <a:pt x="950926" y="6364474"/>
                  <a:pt x="958231" y="6346426"/>
                </a:cubicBezTo>
                <a:lnTo>
                  <a:pt x="953828" y="6375666"/>
                </a:lnTo>
                <a:cubicBezTo>
                  <a:pt x="945551" y="6372962"/>
                  <a:pt x="933110" y="6368572"/>
                  <a:pt x="928009" y="6384765"/>
                </a:cubicBezTo>
                <a:cubicBezTo>
                  <a:pt x="928432" y="6390107"/>
                  <a:pt x="934845" y="6386240"/>
                  <a:pt x="939009" y="6387926"/>
                </a:cubicBezTo>
                <a:lnTo>
                  <a:pt x="930962" y="6400484"/>
                </a:lnTo>
                <a:lnTo>
                  <a:pt x="1107901" y="6221363"/>
                </a:lnTo>
                <a:cubicBezTo>
                  <a:pt x="1090927" y="6257310"/>
                  <a:pt x="1037609" y="6305204"/>
                  <a:pt x="1008246" y="6337427"/>
                </a:cubicBezTo>
                <a:cubicBezTo>
                  <a:pt x="885380" y="6457345"/>
                  <a:pt x="773386" y="6591518"/>
                  <a:pt x="648306" y="6708923"/>
                </a:cubicBezTo>
                <a:lnTo>
                  <a:pt x="649439" y="6710513"/>
                </a:lnTo>
                <a:cubicBezTo>
                  <a:pt x="641067" y="6710840"/>
                  <a:pt x="625451" y="6734248"/>
                  <a:pt x="624919" y="6748736"/>
                </a:cubicBezTo>
                <a:cubicBezTo>
                  <a:pt x="620658" y="6750082"/>
                  <a:pt x="618487" y="6743870"/>
                  <a:pt x="616219" y="6740691"/>
                </a:cubicBezTo>
                <a:lnTo>
                  <a:pt x="600234" y="6759425"/>
                </a:lnTo>
                <a:lnTo>
                  <a:pt x="615475" y="6752507"/>
                </a:lnTo>
                <a:lnTo>
                  <a:pt x="601757" y="6774422"/>
                </a:lnTo>
                <a:lnTo>
                  <a:pt x="871149" y="6502479"/>
                </a:lnTo>
                <a:lnTo>
                  <a:pt x="881420" y="6500658"/>
                </a:lnTo>
                <a:cubicBezTo>
                  <a:pt x="988280" y="6390743"/>
                  <a:pt x="1078766" y="6286155"/>
                  <a:pt x="1186991" y="6189234"/>
                </a:cubicBezTo>
                <a:cubicBezTo>
                  <a:pt x="1131263" y="6261842"/>
                  <a:pt x="1072114" y="6320949"/>
                  <a:pt x="1019767" y="6389594"/>
                </a:cubicBezTo>
                <a:cubicBezTo>
                  <a:pt x="1009531" y="6383349"/>
                  <a:pt x="1005660" y="6398101"/>
                  <a:pt x="1002956" y="6406378"/>
                </a:cubicBezTo>
                <a:lnTo>
                  <a:pt x="995846" y="6397199"/>
                </a:lnTo>
                <a:cubicBezTo>
                  <a:pt x="985773" y="6418489"/>
                  <a:pt x="983569" y="6420343"/>
                  <a:pt x="969024" y="6440307"/>
                </a:cubicBezTo>
                <a:lnTo>
                  <a:pt x="959613" y="6436013"/>
                </a:lnTo>
                <a:cubicBezTo>
                  <a:pt x="950042" y="6450881"/>
                  <a:pt x="937797" y="6465959"/>
                  <a:pt x="927984" y="6465058"/>
                </a:cubicBezTo>
                <a:lnTo>
                  <a:pt x="902296" y="6509756"/>
                </a:lnTo>
                <a:cubicBezTo>
                  <a:pt x="951032" y="6480365"/>
                  <a:pt x="983972" y="6416952"/>
                  <a:pt x="1031445" y="6397067"/>
                </a:cubicBezTo>
                <a:lnTo>
                  <a:pt x="1030311" y="6395478"/>
                </a:lnTo>
                <a:cubicBezTo>
                  <a:pt x="1042959" y="6377007"/>
                  <a:pt x="1076780" y="6362907"/>
                  <a:pt x="1089037" y="6331031"/>
                </a:cubicBezTo>
                <a:lnTo>
                  <a:pt x="1141188" y="6289611"/>
                </a:lnTo>
                <a:lnTo>
                  <a:pt x="1143455" y="6292792"/>
                </a:lnTo>
                <a:cubicBezTo>
                  <a:pt x="1113200" y="6339195"/>
                  <a:pt x="1047397" y="6386398"/>
                  <a:pt x="1016739" y="6436193"/>
                </a:cubicBezTo>
                <a:cubicBezTo>
                  <a:pt x="1096311" y="6367743"/>
                  <a:pt x="1168577" y="6270646"/>
                  <a:pt x="1253819" y="6210145"/>
                </a:cubicBezTo>
                <a:cubicBezTo>
                  <a:pt x="1288460" y="6172465"/>
                  <a:pt x="1337633" y="6131617"/>
                  <a:pt x="1365228" y="6089791"/>
                </a:cubicBezTo>
                <a:cubicBezTo>
                  <a:pt x="1426419" y="6047993"/>
                  <a:pt x="1471090" y="5992721"/>
                  <a:pt x="1531128" y="5940599"/>
                </a:cubicBezTo>
                <a:lnTo>
                  <a:pt x="1549674" y="5941483"/>
                </a:lnTo>
                <a:cubicBezTo>
                  <a:pt x="1550309" y="5949495"/>
                  <a:pt x="1541173" y="5952906"/>
                  <a:pt x="1535894" y="5958363"/>
                </a:cubicBezTo>
                <a:lnTo>
                  <a:pt x="1532863" y="5958267"/>
                </a:lnTo>
                <a:lnTo>
                  <a:pt x="1535970" y="5946599"/>
                </a:lnTo>
                <a:lnTo>
                  <a:pt x="1527967" y="5951600"/>
                </a:lnTo>
                <a:lnTo>
                  <a:pt x="1528665" y="5964646"/>
                </a:lnTo>
                <a:cubicBezTo>
                  <a:pt x="1404473" y="6089036"/>
                  <a:pt x="1279879" y="6216816"/>
                  <a:pt x="1167346" y="6339947"/>
                </a:cubicBezTo>
                <a:lnTo>
                  <a:pt x="1165415" y="6349506"/>
                </a:lnTo>
                <a:cubicBezTo>
                  <a:pt x="1245425" y="6269599"/>
                  <a:pt x="1373815" y="6138831"/>
                  <a:pt x="1457628" y="6060303"/>
                </a:cubicBezTo>
                <a:cubicBezTo>
                  <a:pt x="1371077" y="6155173"/>
                  <a:pt x="1267112" y="6250750"/>
                  <a:pt x="1204419" y="6332980"/>
                </a:cubicBezTo>
                <a:cubicBezTo>
                  <a:pt x="1179057" y="6339356"/>
                  <a:pt x="1177324" y="6368383"/>
                  <a:pt x="1154632" y="6374547"/>
                </a:cubicBezTo>
                <a:cubicBezTo>
                  <a:pt x="1157174" y="6385433"/>
                  <a:pt x="1145386" y="6397788"/>
                  <a:pt x="1142259" y="6400723"/>
                </a:cubicBezTo>
                <a:lnTo>
                  <a:pt x="1138551" y="6396314"/>
                </a:lnTo>
                <a:cubicBezTo>
                  <a:pt x="1122968" y="6411656"/>
                  <a:pt x="1105350" y="6435224"/>
                  <a:pt x="1087098" y="6450778"/>
                </a:cubicBezTo>
                <a:cubicBezTo>
                  <a:pt x="1094144" y="6454924"/>
                  <a:pt x="1107584" y="6446469"/>
                  <a:pt x="1111359" y="6434748"/>
                </a:cubicBezTo>
                <a:lnTo>
                  <a:pt x="1115163" y="6436127"/>
                </a:lnTo>
                <a:lnTo>
                  <a:pt x="1111927" y="6458891"/>
                </a:lnTo>
                <a:cubicBezTo>
                  <a:pt x="1098808" y="6450187"/>
                  <a:pt x="1079989" y="6488295"/>
                  <a:pt x="1080228" y="6457369"/>
                </a:cubicBezTo>
                <a:cubicBezTo>
                  <a:pt x="1084504" y="6485921"/>
                  <a:pt x="1053004" y="6503870"/>
                  <a:pt x="1032723" y="6532015"/>
                </a:cubicBezTo>
                <a:lnTo>
                  <a:pt x="1036126" y="6536784"/>
                </a:lnTo>
                <a:cubicBezTo>
                  <a:pt x="1051674" y="6529506"/>
                  <a:pt x="1052548" y="6506593"/>
                  <a:pt x="1069249" y="6509637"/>
                </a:cubicBezTo>
                <a:cubicBezTo>
                  <a:pt x="1058140" y="6526307"/>
                  <a:pt x="1040660" y="6543144"/>
                  <a:pt x="1025067" y="6554121"/>
                </a:cubicBezTo>
                <a:lnTo>
                  <a:pt x="1029035" y="6536338"/>
                </a:lnTo>
                <a:lnTo>
                  <a:pt x="1007252" y="6558218"/>
                </a:lnTo>
                <a:cubicBezTo>
                  <a:pt x="1007524" y="6519228"/>
                  <a:pt x="1064734" y="6512011"/>
                  <a:pt x="1068441" y="6469724"/>
                </a:cubicBezTo>
                <a:cubicBezTo>
                  <a:pt x="1020435" y="6504097"/>
                  <a:pt x="961917" y="6592379"/>
                  <a:pt x="915065" y="6637074"/>
                </a:cubicBezTo>
                <a:cubicBezTo>
                  <a:pt x="949193" y="6622613"/>
                  <a:pt x="953640" y="6589675"/>
                  <a:pt x="987399" y="6570541"/>
                </a:cubicBezTo>
                <a:cubicBezTo>
                  <a:pt x="980516" y="6593930"/>
                  <a:pt x="967850" y="6603668"/>
                  <a:pt x="952321" y="6619678"/>
                </a:cubicBezTo>
                <a:lnTo>
                  <a:pt x="950054" y="6616498"/>
                </a:lnTo>
                <a:cubicBezTo>
                  <a:pt x="943948" y="6620006"/>
                  <a:pt x="944952" y="6632692"/>
                  <a:pt x="945376" y="6638033"/>
                </a:cubicBezTo>
                <a:cubicBezTo>
                  <a:pt x="938170" y="6631885"/>
                  <a:pt x="925599" y="6638591"/>
                  <a:pt x="921824" y="6650312"/>
                </a:cubicBezTo>
                <a:lnTo>
                  <a:pt x="925225" y="6655082"/>
                </a:lnTo>
                <a:cubicBezTo>
                  <a:pt x="930197" y="6649986"/>
                  <a:pt x="934342" y="6642938"/>
                  <a:pt x="940351" y="6642462"/>
                </a:cubicBezTo>
                <a:cubicBezTo>
                  <a:pt x="940371" y="6651195"/>
                  <a:pt x="932772" y="6652805"/>
                  <a:pt x="928934" y="6659491"/>
                </a:cubicBezTo>
                <a:lnTo>
                  <a:pt x="981118" y="6610008"/>
                </a:lnTo>
                <a:lnTo>
                  <a:pt x="960904" y="6622022"/>
                </a:lnTo>
                <a:cubicBezTo>
                  <a:pt x="965909" y="6608860"/>
                  <a:pt x="975982" y="6587570"/>
                  <a:pt x="992165" y="6588305"/>
                </a:cubicBezTo>
                <a:lnTo>
                  <a:pt x="986853" y="6601827"/>
                </a:lnTo>
                <a:lnTo>
                  <a:pt x="1025223" y="6577288"/>
                </a:lnTo>
                <a:cubicBezTo>
                  <a:pt x="1020852" y="6598462"/>
                  <a:pt x="990158" y="6609627"/>
                  <a:pt x="994160" y="6630475"/>
                </a:cubicBezTo>
                <a:cubicBezTo>
                  <a:pt x="972943" y="6629803"/>
                  <a:pt x="960666" y="6652948"/>
                  <a:pt x="946217" y="6669881"/>
                </a:cubicBezTo>
                <a:cubicBezTo>
                  <a:pt x="943110" y="6681549"/>
                  <a:pt x="953798" y="6659538"/>
                  <a:pt x="961766" y="6662603"/>
                </a:cubicBezTo>
                <a:cubicBezTo>
                  <a:pt x="953621" y="6695499"/>
                  <a:pt x="913563" y="6677506"/>
                  <a:pt x="920255" y="6706874"/>
                </a:cubicBezTo>
                <a:lnTo>
                  <a:pt x="907314" y="6708907"/>
                </a:lnTo>
                <a:cubicBezTo>
                  <a:pt x="906912" y="6712298"/>
                  <a:pt x="909582" y="6712087"/>
                  <a:pt x="912614" y="6712182"/>
                </a:cubicBezTo>
                <a:lnTo>
                  <a:pt x="910217" y="6720099"/>
                </a:lnTo>
                <a:lnTo>
                  <a:pt x="898909" y="6717299"/>
                </a:lnTo>
                <a:cubicBezTo>
                  <a:pt x="908743" y="6726935"/>
                  <a:pt x="882487" y="6747490"/>
                  <a:pt x="877951" y="6741131"/>
                </a:cubicBezTo>
                <a:cubicBezTo>
                  <a:pt x="894909" y="6743148"/>
                  <a:pt x="873350" y="6750901"/>
                  <a:pt x="874081" y="6755882"/>
                </a:cubicBezTo>
                <a:lnTo>
                  <a:pt x="862774" y="6753083"/>
                </a:lnTo>
                <a:lnTo>
                  <a:pt x="857672" y="6769275"/>
                </a:lnTo>
                <a:cubicBezTo>
                  <a:pt x="850562" y="6760096"/>
                  <a:pt x="846288" y="6778239"/>
                  <a:pt x="842484" y="6776861"/>
                </a:cubicBezTo>
                <a:lnTo>
                  <a:pt x="851165" y="6776174"/>
                </a:lnTo>
                <a:cubicBezTo>
                  <a:pt x="850324" y="6791022"/>
                  <a:pt x="835179" y="6794909"/>
                  <a:pt x="826772" y="6803300"/>
                </a:cubicBezTo>
                <a:cubicBezTo>
                  <a:pt x="821200" y="6792320"/>
                  <a:pt x="797116" y="6819087"/>
                  <a:pt x="793245" y="6833838"/>
                </a:cubicBezTo>
                <a:cubicBezTo>
                  <a:pt x="793942" y="6846886"/>
                  <a:pt x="776466" y="6842558"/>
                  <a:pt x="778734" y="6845738"/>
                </a:cubicBezTo>
                <a:cubicBezTo>
                  <a:pt x="782899" y="6847423"/>
                  <a:pt x="777620" y="6852881"/>
                  <a:pt x="778297" y="6857195"/>
                </a:cubicBezTo>
                <a:lnTo>
                  <a:pt x="776236" y="6858000"/>
                </a:lnTo>
                <a:lnTo>
                  <a:pt x="785085" y="6858000"/>
                </a:lnTo>
                <a:lnTo>
                  <a:pt x="786650" y="6856423"/>
                </a:lnTo>
                <a:cubicBezTo>
                  <a:pt x="794766" y="6849340"/>
                  <a:pt x="803322" y="6843371"/>
                  <a:pt x="812522" y="6839703"/>
                </a:cubicBezTo>
                <a:lnTo>
                  <a:pt x="856026" y="6790907"/>
                </a:lnTo>
                <a:lnTo>
                  <a:pt x="857064" y="6795527"/>
                </a:lnTo>
                <a:cubicBezTo>
                  <a:pt x="883449" y="6763875"/>
                  <a:pt x="926496" y="6717802"/>
                  <a:pt x="961233" y="6677090"/>
                </a:cubicBezTo>
                <a:cubicBezTo>
                  <a:pt x="990064" y="6659354"/>
                  <a:pt x="1003201" y="6630095"/>
                  <a:pt x="1032805" y="6613642"/>
                </a:cubicBezTo>
                <a:cubicBezTo>
                  <a:pt x="1242741" y="6401166"/>
                  <a:pt x="1443392" y="6194463"/>
                  <a:pt x="1683015" y="5979300"/>
                </a:cubicBezTo>
                <a:cubicBezTo>
                  <a:pt x="1585674" y="6073680"/>
                  <a:pt x="1474827" y="6192646"/>
                  <a:pt x="1377347" y="6293756"/>
                </a:cubicBezTo>
                <a:lnTo>
                  <a:pt x="1378480" y="6295346"/>
                </a:lnTo>
                <a:cubicBezTo>
                  <a:pt x="1277643" y="6387988"/>
                  <a:pt x="1133225" y="6541189"/>
                  <a:pt x="1032628" y="6649602"/>
                </a:cubicBezTo>
                <a:lnTo>
                  <a:pt x="1031058" y="6659468"/>
                </a:lnTo>
                <a:cubicBezTo>
                  <a:pt x="1004836" y="6671958"/>
                  <a:pt x="981079" y="6707097"/>
                  <a:pt x="952926" y="6729147"/>
                </a:cubicBezTo>
                <a:cubicBezTo>
                  <a:pt x="925742" y="6770857"/>
                  <a:pt x="885563" y="6803580"/>
                  <a:pt x="853345" y="6836004"/>
                </a:cubicBezTo>
                <a:lnTo>
                  <a:pt x="833947" y="6858000"/>
                </a:lnTo>
                <a:lnTo>
                  <a:pt x="868155" y="6858000"/>
                </a:lnTo>
                <a:lnTo>
                  <a:pt x="972531" y="6752413"/>
                </a:lnTo>
                <a:cubicBezTo>
                  <a:pt x="1035922" y="6686966"/>
                  <a:pt x="1100886" y="6620681"/>
                  <a:pt x="1174757" y="6552347"/>
                </a:cubicBezTo>
                <a:cubicBezTo>
                  <a:pt x="1119509" y="6609799"/>
                  <a:pt x="1072220" y="6665951"/>
                  <a:pt x="1020036" y="6715435"/>
                </a:cubicBezTo>
                <a:lnTo>
                  <a:pt x="1026469" y="6720301"/>
                </a:lnTo>
                <a:cubicBezTo>
                  <a:pt x="1017592" y="6748215"/>
                  <a:pt x="975998" y="6732024"/>
                  <a:pt x="989833" y="6762506"/>
                </a:cubicBezTo>
                <a:cubicBezTo>
                  <a:pt x="967141" y="6768670"/>
                  <a:pt x="967416" y="6776375"/>
                  <a:pt x="958574" y="6796224"/>
                </a:cubicBezTo>
                <a:lnTo>
                  <a:pt x="1016397" y="6741591"/>
                </a:lnTo>
                <a:cubicBezTo>
                  <a:pt x="1023101" y="6707466"/>
                  <a:pt x="1062442" y="6703679"/>
                  <a:pt x="1085795" y="6671931"/>
                </a:cubicBezTo>
                <a:cubicBezTo>
                  <a:pt x="1094432" y="6674942"/>
                  <a:pt x="1079158" y="6689925"/>
                  <a:pt x="1076453" y="6698202"/>
                </a:cubicBezTo>
                <a:cubicBezTo>
                  <a:pt x="1044256" y="6703103"/>
                  <a:pt x="1033405" y="6744275"/>
                  <a:pt x="1016984" y="6774466"/>
                </a:cubicBezTo>
                <a:lnTo>
                  <a:pt x="1002506" y="6778300"/>
                </a:lnTo>
                <a:lnTo>
                  <a:pt x="1000171" y="6791251"/>
                </a:lnTo>
                <a:cubicBezTo>
                  <a:pt x="995296" y="6793317"/>
                  <a:pt x="993029" y="6790136"/>
                  <a:pt x="991895" y="6788547"/>
                </a:cubicBezTo>
                <a:cubicBezTo>
                  <a:pt x="984035" y="6822931"/>
                  <a:pt x="949743" y="6821804"/>
                  <a:pt x="930706" y="6839122"/>
                </a:cubicBezTo>
                <a:lnTo>
                  <a:pt x="921507" y="6858000"/>
                </a:lnTo>
                <a:lnTo>
                  <a:pt x="1025961" y="6858000"/>
                </a:lnTo>
                <a:lnTo>
                  <a:pt x="1026263" y="6857717"/>
                </a:lnTo>
                <a:lnTo>
                  <a:pt x="1023995" y="6854537"/>
                </a:lnTo>
                <a:cubicBezTo>
                  <a:pt x="1058267" y="6812183"/>
                  <a:pt x="1099033" y="6779727"/>
                  <a:pt x="1138517" y="6748046"/>
                </a:cubicBezTo>
                <a:cubicBezTo>
                  <a:pt x="1133480" y="6769274"/>
                  <a:pt x="1117254" y="6772238"/>
                  <a:pt x="1107277" y="6790496"/>
                </a:cubicBezTo>
                <a:cubicBezTo>
                  <a:pt x="1118859" y="6801002"/>
                  <a:pt x="1118388" y="6773828"/>
                  <a:pt x="1128562" y="6775038"/>
                </a:cubicBezTo>
                <a:cubicBezTo>
                  <a:pt x="1209315" y="6683315"/>
                  <a:pt x="1285939" y="6628537"/>
                  <a:pt x="1364392" y="6541698"/>
                </a:cubicBezTo>
                <a:cubicBezTo>
                  <a:pt x="1463141" y="6456613"/>
                  <a:pt x="1535086" y="6376674"/>
                  <a:pt x="1633027" y="6298371"/>
                </a:cubicBezTo>
                <a:cubicBezTo>
                  <a:pt x="1528914" y="6396311"/>
                  <a:pt x="1438702" y="6508603"/>
                  <a:pt x="1335343" y="6599093"/>
                </a:cubicBezTo>
                <a:cubicBezTo>
                  <a:pt x="1301705" y="6649460"/>
                  <a:pt x="1254315" y="6683111"/>
                  <a:pt x="1217372" y="6725677"/>
                </a:cubicBezTo>
                <a:lnTo>
                  <a:pt x="1237067" y="6711352"/>
                </a:lnTo>
                <a:cubicBezTo>
                  <a:pt x="1240775" y="6715762"/>
                  <a:pt x="1235790" y="6737656"/>
                  <a:pt x="1224405" y="6746621"/>
                </a:cubicBezTo>
                <a:cubicBezTo>
                  <a:pt x="1222413" y="6751146"/>
                  <a:pt x="1218248" y="6749460"/>
                  <a:pt x="1213828" y="6748802"/>
                </a:cubicBezTo>
                <a:lnTo>
                  <a:pt x="1213405" y="6743461"/>
                </a:lnTo>
                <a:cubicBezTo>
                  <a:pt x="1206897" y="6750359"/>
                  <a:pt x="1194181" y="6738264"/>
                  <a:pt x="1178927" y="6761979"/>
                </a:cubicBezTo>
                <a:lnTo>
                  <a:pt x="1192141" y="6767652"/>
                </a:lnTo>
                <a:lnTo>
                  <a:pt x="1108348" y="6858000"/>
                </a:lnTo>
                <a:lnTo>
                  <a:pt x="1120941" y="6858000"/>
                </a:lnTo>
                <a:lnTo>
                  <a:pt x="1225717" y="6758947"/>
                </a:lnTo>
                <a:cubicBezTo>
                  <a:pt x="1249085" y="6710400"/>
                  <a:pt x="1281918" y="6713512"/>
                  <a:pt x="1308644" y="6673434"/>
                </a:cubicBezTo>
                <a:lnTo>
                  <a:pt x="1312352" y="6677843"/>
                </a:lnTo>
                <a:cubicBezTo>
                  <a:pt x="1306519" y="6642360"/>
                  <a:pt x="1344616" y="6656812"/>
                  <a:pt x="1347887" y="6625983"/>
                </a:cubicBezTo>
                <a:cubicBezTo>
                  <a:pt x="1370981" y="6616428"/>
                  <a:pt x="1396540" y="6582825"/>
                  <a:pt x="1416998" y="6565416"/>
                </a:cubicBezTo>
                <a:cubicBezTo>
                  <a:pt x="1440432" y="6500740"/>
                  <a:pt x="1505641" y="6509686"/>
                  <a:pt x="1532168" y="6450140"/>
                </a:cubicBezTo>
                <a:cubicBezTo>
                  <a:pt x="1528004" y="6448454"/>
                  <a:pt x="1529900" y="6446960"/>
                  <a:pt x="1529997" y="6443928"/>
                </a:cubicBezTo>
                <a:cubicBezTo>
                  <a:pt x="1549984" y="6446041"/>
                  <a:pt x="1561128" y="6421307"/>
                  <a:pt x="1577791" y="6406886"/>
                </a:cubicBezTo>
                <a:lnTo>
                  <a:pt x="1576657" y="6405296"/>
                </a:lnTo>
                <a:cubicBezTo>
                  <a:pt x="1589905" y="6402903"/>
                  <a:pt x="1608268" y="6367520"/>
                  <a:pt x="1629115" y="6363518"/>
                </a:cubicBezTo>
                <a:cubicBezTo>
                  <a:pt x="1674041" y="6307217"/>
                  <a:pt x="1727844" y="6269699"/>
                  <a:pt x="1766684" y="6225639"/>
                </a:cubicBezTo>
                <a:lnTo>
                  <a:pt x="1765551" y="6224049"/>
                </a:lnTo>
                <a:cubicBezTo>
                  <a:pt x="1796956" y="6209132"/>
                  <a:pt x="1834738" y="6151718"/>
                  <a:pt x="1873320" y="6129851"/>
                </a:cubicBezTo>
                <a:cubicBezTo>
                  <a:pt x="1887537" y="6101514"/>
                  <a:pt x="1935932" y="6080549"/>
                  <a:pt x="1940239" y="6054340"/>
                </a:cubicBezTo>
                <a:cubicBezTo>
                  <a:pt x="2006389" y="6024243"/>
                  <a:pt x="2055718" y="5938704"/>
                  <a:pt x="2116390" y="5894594"/>
                </a:cubicBezTo>
                <a:lnTo>
                  <a:pt x="2115256" y="5893005"/>
                </a:lnTo>
                <a:cubicBezTo>
                  <a:pt x="2145964" y="5865041"/>
                  <a:pt x="2189953" y="5826620"/>
                  <a:pt x="2226302" y="5793508"/>
                </a:cubicBezTo>
                <a:lnTo>
                  <a:pt x="2406303" y="5610277"/>
                </a:lnTo>
                <a:lnTo>
                  <a:pt x="2463150" y="5556058"/>
                </a:lnTo>
                <a:lnTo>
                  <a:pt x="2464816" y="5543160"/>
                </a:lnTo>
                <a:cubicBezTo>
                  <a:pt x="2479833" y="5550369"/>
                  <a:pt x="2481532" y="5529406"/>
                  <a:pt x="2489938" y="5521014"/>
                </a:cubicBezTo>
                <a:lnTo>
                  <a:pt x="2494117" y="5505901"/>
                </a:lnTo>
                <a:cubicBezTo>
                  <a:pt x="2514445" y="5499589"/>
                  <a:pt x="2523889" y="5495817"/>
                  <a:pt x="2533810" y="5476893"/>
                </a:cubicBezTo>
                <a:lnTo>
                  <a:pt x="2588912" y="5421801"/>
                </a:lnTo>
                <a:lnTo>
                  <a:pt x="2587777" y="5420211"/>
                </a:lnTo>
                <a:cubicBezTo>
                  <a:pt x="2609370" y="5404392"/>
                  <a:pt x="2633516" y="5382660"/>
                  <a:pt x="2648060" y="5354670"/>
                </a:cubicBezTo>
                <a:lnTo>
                  <a:pt x="2658944" y="5352129"/>
                </a:lnTo>
                <a:cubicBezTo>
                  <a:pt x="3105628" y="4879701"/>
                  <a:pt x="3514991" y="4372939"/>
                  <a:pt x="3909746" y="3834411"/>
                </a:cubicBezTo>
                <a:cubicBezTo>
                  <a:pt x="3997870" y="3737700"/>
                  <a:pt x="4077570" y="3611457"/>
                  <a:pt x="4135255" y="3495695"/>
                </a:cubicBezTo>
                <a:lnTo>
                  <a:pt x="4093227" y="3537654"/>
                </a:lnTo>
                <a:lnTo>
                  <a:pt x="4117663" y="3485665"/>
                </a:lnTo>
                <a:lnTo>
                  <a:pt x="4077838" y="3525774"/>
                </a:lnTo>
                <a:lnTo>
                  <a:pt x="4073462" y="3521417"/>
                </a:lnTo>
                <a:cubicBezTo>
                  <a:pt x="4106601" y="3477471"/>
                  <a:pt x="4132175" y="3427069"/>
                  <a:pt x="4141774" y="3378605"/>
                </a:cubicBezTo>
                <a:cubicBezTo>
                  <a:pt x="4137936" y="3385292"/>
                  <a:pt x="4133463" y="3383967"/>
                  <a:pt x="4127149" y="3384803"/>
                </a:cubicBezTo>
                <a:cubicBezTo>
                  <a:pt x="4130678" y="3378476"/>
                  <a:pt x="4134241" y="3364086"/>
                  <a:pt x="4123049" y="3366986"/>
                </a:cubicBezTo>
                <a:cubicBezTo>
                  <a:pt x="4113572" y="3378823"/>
                  <a:pt x="4100760" y="3369760"/>
                  <a:pt x="4100582" y="3359024"/>
                </a:cubicBezTo>
                <a:lnTo>
                  <a:pt x="4050602" y="3406654"/>
                </a:lnTo>
                <a:cubicBezTo>
                  <a:pt x="4054166" y="3392262"/>
                  <a:pt x="4058196" y="3379512"/>
                  <a:pt x="4061453" y="3365482"/>
                </a:cubicBezTo>
                <a:cubicBezTo>
                  <a:pt x="4039376" y="3370925"/>
                  <a:pt x="4032267" y="3408442"/>
                  <a:pt x="4011323" y="3415475"/>
                </a:cubicBezTo>
                <a:cubicBezTo>
                  <a:pt x="4026368" y="3389088"/>
                  <a:pt x="4038433" y="3363273"/>
                  <a:pt x="4046080" y="3336800"/>
                </a:cubicBezTo>
                <a:cubicBezTo>
                  <a:pt x="4000178" y="3346817"/>
                  <a:pt x="3988549" y="3407872"/>
                  <a:pt x="3942667" y="3426621"/>
                </a:cubicBezTo>
                <a:cubicBezTo>
                  <a:pt x="3969359" y="3394611"/>
                  <a:pt x="3986800" y="3360307"/>
                  <a:pt x="4001262" y="3326575"/>
                </a:cubicBezTo>
                <a:cubicBezTo>
                  <a:pt x="3985372" y="3342279"/>
                  <a:pt x="3992840" y="3305070"/>
                  <a:pt x="3988368" y="3303745"/>
                </a:cubicBezTo>
                <a:cubicBezTo>
                  <a:pt x="3976773" y="3310037"/>
                  <a:pt x="3961272" y="3339148"/>
                  <a:pt x="3953740" y="3324627"/>
                </a:cubicBezTo>
                <a:cubicBezTo>
                  <a:pt x="3956233" y="3313680"/>
                  <a:pt x="3972122" y="3297976"/>
                  <a:pt x="3959003" y="3289271"/>
                </a:cubicBezTo>
                <a:lnTo>
                  <a:pt x="3938949" y="3303291"/>
                </a:lnTo>
                <a:lnTo>
                  <a:pt x="3944505" y="3284374"/>
                </a:lnTo>
                <a:cubicBezTo>
                  <a:pt x="3937607" y="3277865"/>
                  <a:pt x="3931095" y="3305928"/>
                  <a:pt x="3915791" y="3307812"/>
                </a:cubicBezTo>
                <a:cubicBezTo>
                  <a:pt x="3921622" y="3296600"/>
                  <a:pt x="3942483" y="3275798"/>
                  <a:pt x="3922496" y="3273686"/>
                </a:cubicBezTo>
                <a:lnTo>
                  <a:pt x="3898655" y="3295059"/>
                </a:lnTo>
                <a:cubicBezTo>
                  <a:pt x="3896675" y="3282786"/>
                  <a:pt x="3910222" y="3275666"/>
                  <a:pt x="3898895" y="3264133"/>
                </a:cubicBezTo>
                <a:cubicBezTo>
                  <a:pt x="3912484" y="3253315"/>
                  <a:pt x="3926333" y="3266999"/>
                  <a:pt x="3937135" y="3250691"/>
                </a:cubicBezTo>
                <a:cubicBezTo>
                  <a:pt x="3907479" y="3266477"/>
                  <a:pt x="3923396" y="3217176"/>
                  <a:pt x="3912385" y="3209650"/>
                </a:cubicBezTo>
                <a:cubicBezTo>
                  <a:pt x="3913343" y="3200504"/>
                  <a:pt x="3917825" y="3185034"/>
                  <a:pt x="3928467" y="3187884"/>
                </a:cubicBezTo>
                <a:cubicBezTo>
                  <a:pt x="3933036" y="3186178"/>
                  <a:pt x="3930863" y="3179971"/>
                  <a:pt x="3932856" y="3175445"/>
                </a:cubicBezTo>
                <a:cubicBezTo>
                  <a:pt x="3944989" y="3180195"/>
                  <a:pt x="3951403" y="3176328"/>
                  <a:pt x="3967067" y="3174751"/>
                </a:cubicBezTo>
                <a:cubicBezTo>
                  <a:pt x="3970016" y="3161080"/>
                  <a:pt x="3945959" y="3154251"/>
                  <a:pt x="3955532" y="3139383"/>
                </a:cubicBezTo>
                <a:lnTo>
                  <a:pt x="4014896" y="3129642"/>
                </a:lnTo>
                <a:cubicBezTo>
                  <a:pt x="3995977" y="3077390"/>
                  <a:pt x="4079262" y="3106741"/>
                  <a:pt x="4071407" y="3062682"/>
                </a:cubicBezTo>
                <a:cubicBezTo>
                  <a:pt x="4056616" y="3041345"/>
                  <a:pt x="4042457" y="3028023"/>
                  <a:pt x="4017692" y="3024943"/>
                </a:cubicBezTo>
                <a:cubicBezTo>
                  <a:pt x="3993122" y="3041335"/>
                  <a:pt x="3981818" y="3017370"/>
                  <a:pt x="3960144" y="3019421"/>
                </a:cubicBezTo>
                <a:cubicBezTo>
                  <a:pt x="3943037" y="2973072"/>
                  <a:pt x="3952298" y="2911871"/>
                  <a:pt x="3932828" y="2865372"/>
                </a:cubicBezTo>
                <a:cubicBezTo>
                  <a:pt x="3906133" y="2803993"/>
                  <a:pt x="3895813" y="2737286"/>
                  <a:pt x="3882705" y="2665088"/>
                </a:cubicBezTo>
                <a:cubicBezTo>
                  <a:pt x="3857533" y="2618707"/>
                  <a:pt x="3847859" y="2543215"/>
                  <a:pt x="3792285" y="2524435"/>
                </a:cubicBezTo>
                <a:cubicBezTo>
                  <a:pt x="3773900" y="2504391"/>
                  <a:pt x="3769413" y="2473168"/>
                  <a:pt x="3751239" y="2455793"/>
                </a:cubicBezTo>
                <a:cubicBezTo>
                  <a:pt x="3777511" y="2418439"/>
                  <a:pt x="3695666" y="2437014"/>
                  <a:pt x="3733584" y="2394034"/>
                </a:cubicBezTo>
                <a:cubicBezTo>
                  <a:pt x="3718016" y="2392579"/>
                  <a:pt x="3721368" y="2375517"/>
                  <a:pt x="3717597" y="2366073"/>
                </a:cubicBezTo>
                <a:cubicBezTo>
                  <a:pt x="3699117" y="2349060"/>
                  <a:pt x="3674090" y="2321478"/>
                  <a:pt x="3664386" y="2300747"/>
                </a:cubicBezTo>
                <a:cubicBezTo>
                  <a:pt x="3679376" y="2273692"/>
                  <a:pt x="3643225" y="2279577"/>
                  <a:pt x="3641702" y="2264581"/>
                </a:cubicBezTo>
                <a:cubicBezTo>
                  <a:pt x="3600072" y="2209759"/>
                  <a:pt x="3574150" y="2128501"/>
                  <a:pt x="3494984" y="2125696"/>
                </a:cubicBezTo>
                <a:lnTo>
                  <a:pt x="3453329" y="2151167"/>
                </a:lnTo>
                <a:cubicBezTo>
                  <a:pt x="3456926" y="2128710"/>
                  <a:pt x="3494096" y="2118712"/>
                  <a:pt x="3500671" y="2095683"/>
                </a:cubicBezTo>
                <a:cubicBezTo>
                  <a:pt x="3488830" y="2107371"/>
                  <a:pt x="3474967" y="2110484"/>
                  <a:pt x="3461296" y="2107536"/>
                </a:cubicBezTo>
                <a:lnTo>
                  <a:pt x="3462592" y="2089964"/>
                </a:lnTo>
                <a:cubicBezTo>
                  <a:pt x="3421503" y="2092881"/>
                  <a:pt x="3385980" y="2127945"/>
                  <a:pt x="3345376" y="2141240"/>
                </a:cubicBezTo>
                <a:cubicBezTo>
                  <a:pt x="3221025" y="2183001"/>
                  <a:pt x="3072189" y="2232080"/>
                  <a:pt x="2936580" y="2237512"/>
                </a:cubicBezTo>
                <a:lnTo>
                  <a:pt x="2892607" y="2236192"/>
                </a:lnTo>
                <a:lnTo>
                  <a:pt x="2898789" y="2230079"/>
                </a:lnTo>
                <a:cubicBezTo>
                  <a:pt x="2921235" y="2206647"/>
                  <a:pt x="2945227" y="2182487"/>
                  <a:pt x="2973865" y="2160650"/>
                </a:cubicBezTo>
                <a:cubicBezTo>
                  <a:pt x="2978325" y="2139896"/>
                  <a:pt x="3014105" y="2122316"/>
                  <a:pt x="3016788" y="2109124"/>
                </a:cubicBezTo>
                <a:lnTo>
                  <a:pt x="3018353" y="2110293"/>
                </a:lnTo>
                <a:cubicBezTo>
                  <a:pt x="3033138" y="2093951"/>
                  <a:pt x="3058111" y="2083354"/>
                  <a:pt x="3056439" y="2063326"/>
                </a:cubicBezTo>
                <a:cubicBezTo>
                  <a:pt x="3059472" y="2063296"/>
                  <a:pt x="3061007" y="2061433"/>
                  <a:pt x="3062601" y="2065633"/>
                </a:cubicBezTo>
                <a:cubicBezTo>
                  <a:pt x="3122717" y="2040424"/>
                  <a:pt x="3115210" y="1975034"/>
                  <a:pt x="3180386" y="1953029"/>
                </a:cubicBezTo>
                <a:cubicBezTo>
                  <a:pt x="3198242" y="1932960"/>
                  <a:pt x="3232399" y="1908148"/>
                  <a:pt x="3242461" y="1885269"/>
                </a:cubicBezTo>
                <a:cubicBezTo>
                  <a:pt x="3273354" y="1882678"/>
                  <a:pt x="3259744" y="1844272"/>
                  <a:pt x="3295091" y="1850885"/>
                </a:cubicBezTo>
                <a:lnTo>
                  <a:pt x="3290764" y="1847080"/>
                </a:lnTo>
                <a:cubicBezTo>
                  <a:pt x="3331421" y="1821244"/>
                  <a:pt x="3329033" y="1788351"/>
                  <a:pt x="3378082" y="1766058"/>
                </a:cubicBezTo>
                <a:cubicBezTo>
                  <a:pt x="3461410" y="1677900"/>
                  <a:pt x="3553836" y="1589653"/>
                  <a:pt x="3650367" y="1497447"/>
                </a:cubicBezTo>
                <a:cubicBezTo>
                  <a:pt x="3559330" y="1568667"/>
                  <a:pt x="3481961" y="1661133"/>
                  <a:pt x="3387525" y="1732682"/>
                </a:cubicBezTo>
                <a:lnTo>
                  <a:pt x="3382144" y="1719345"/>
                </a:lnTo>
                <a:cubicBezTo>
                  <a:pt x="3358099" y="1734074"/>
                  <a:pt x="3369911" y="1747053"/>
                  <a:pt x="3362871" y="1753407"/>
                </a:cubicBezTo>
                <a:lnTo>
                  <a:pt x="3368202" y="1753948"/>
                </a:lnTo>
                <a:cubicBezTo>
                  <a:pt x="3368762" y="1758381"/>
                  <a:pt x="3370357" y="1762583"/>
                  <a:pt x="3365787" y="1764474"/>
                </a:cubicBezTo>
                <a:cubicBezTo>
                  <a:pt x="3356575" y="1775659"/>
                  <a:pt x="3334577" y="1780160"/>
                  <a:pt x="3330248" y="1776356"/>
                </a:cubicBezTo>
                <a:lnTo>
                  <a:pt x="3345005" y="1756982"/>
                </a:lnTo>
                <a:cubicBezTo>
                  <a:pt x="3301635" y="1792979"/>
                  <a:pt x="3266949" y="1839616"/>
                  <a:pt x="3215853" y="1872137"/>
                </a:cubicBezTo>
                <a:cubicBezTo>
                  <a:pt x="3123108" y="1973478"/>
                  <a:pt x="3008857" y="2061195"/>
                  <a:pt x="2908648" y="2163125"/>
                </a:cubicBezTo>
                <a:cubicBezTo>
                  <a:pt x="2989088" y="2066933"/>
                  <a:pt x="3070593" y="1996765"/>
                  <a:pt x="3157833" y="1899914"/>
                </a:cubicBezTo>
                <a:cubicBezTo>
                  <a:pt x="3246378" y="1823392"/>
                  <a:pt x="3302830" y="1747994"/>
                  <a:pt x="3396309" y="1669280"/>
                </a:cubicBezTo>
                <a:cubicBezTo>
                  <a:pt x="3395324" y="1659081"/>
                  <a:pt x="3422480" y="1660152"/>
                  <a:pt x="3412232" y="1648341"/>
                </a:cubicBezTo>
                <a:cubicBezTo>
                  <a:pt x="3393759" y="1657913"/>
                  <a:pt x="3390438" y="1674070"/>
                  <a:pt x="3369105" y="1678639"/>
                </a:cubicBezTo>
                <a:cubicBezTo>
                  <a:pt x="3401648" y="1639862"/>
                  <a:pt x="3434993" y="1599821"/>
                  <a:pt x="3478091" y="1566489"/>
                </a:cubicBezTo>
                <a:lnTo>
                  <a:pt x="3481220" y="1568826"/>
                </a:lnTo>
                <a:cubicBezTo>
                  <a:pt x="3555955" y="1490736"/>
                  <a:pt x="3638190" y="1410041"/>
                  <a:pt x="3720756" y="1329000"/>
                </a:cubicBezTo>
                <a:lnTo>
                  <a:pt x="3927019" y="1122405"/>
                </a:lnTo>
                <a:lnTo>
                  <a:pt x="3923943" y="1124787"/>
                </a:lnTo>
                <a:cubicBezTo>
                  <a:pt x="3901343" y="1145405"/>
                  <a:pt x="3877642" y="1173108"/>
                  <a:pt x="3856543" y="1177029"/>
                </a:cubicBezTo>
                <a:cubicBezTo>
                  <a:pt x="3874514" y="1145863"/>
                  <a:pt x="3910505" y="1119553"/>
                  <a:pt x="3926573" y="1090551"/>
                </a:cubicBezTo>
                <a:cubicBezTo>
                  <a:pt x="3897207" y="1121234"/>
                  <a:pt x="3855915" y="1150036"/>
                  <a:pt x="3835837" y="1185364"/>
                </a:cubicBezTo>
                <a:cubicBezTo>
                  <a:pt x="3786180" y="1213653"/>
                  <a:pt x="3748376" y="1274451"/>
                  <a:pt x="3699327" y="1296743"/>
                </a:cubicBezTo>
                <a:lnTo>
                  <a:pt x="3896037" y="1099573"/>
                </a:lnTo>
                <a:cubicBezTo>
                  <a:pt x="3792177" y="1191036"/>
                  <a:pt x="3704841" y="1285520"/>
                  <a:pt x="3609893" y="1365432"/>
                </a:cubicBezTo>
                <a:cubicBezTo>
                  <a:pt x="3598875" y="1381146"/>
                  <a:pt x="3588743" y="1358239"/>
                  <a:pt x="3579589" y="1375488"/>
                </a:cubicBezTo>
                <a:cubicBezTo>
                  <a:pt x="3579823" y="1399747"/>
                  <a:pt x="3539407" y="1419885"/>
                  <a:pt x="3515360" y="1434615"/>
                </a:cubicBezTo>
                <a:cubicBezTo>
                  <a:pt x="3515932" y="1455543"/>
                  <a:pt x="3506516" y="1445499"/>
                  <a:pt x="3500462" y="1462053"/>
                </a:cubicBezTo>
                <a:lnTo>
                  <a:pt x="3496039" y="1455882"/>
                </a:lnTo>
                <a:lnTo>
                  <a:pt x="3490466" y="1461039"/>
                </a:lnTo>
                <a:cubicBezTo>
                  <a:pt x="3442874" y="1465638"/>
                  <a:pt x="3458890" y="1523477"/>
                  <a:pt x="3412825" y="1532944"/>
                </a:cubicBezTo>
                <a:cubicBezTo>
                  <a:pt x="3414389" y="1534113"/>
                  <a:pt x="3417518" y="1536449"/>
                  <a:pt x="3415346" y="1541277"/>
                </a:cubicBezTo>
                <a:lnTo>
                  <a:pt x="3402346" y="1543327"/>
                </a:lnTo>
                <a:lnTo>
                  <a:pt x="3398195" y="1557716"/>
                </a:lnTo>
                <a:cubicBezTo>
                  <a:pt x="3367649" y="1573469"/>
                  <a:pt x="3326249" y="1583410"/>
                  <a:pt x="3320639" y="1615492"/>
                </a:cubicBezTo>
                <a:cubicBezTo>
                  <a:pt x="3312305" y="1618014"/>
                  <a:pt x="3296989" y="1632954"/>
                  <a:pt x="3294168" y="1624254"/>
                </a:cubicBezTo>
                <a:cubicBezTo>
                  <a:pt x="3326424" y="1601605"/>
                  <a:pt x="3331076" y="1562357"/>
                  <a:pt x="3365340" y="1556405"/>
                </a:cubicBezTo>
                <a:lnTo>
                  <a:pt x="3421234" y="1499799"/>
                </a:lnTo>
                <a:cubicBezTo>
                  <a:pt x="3401195" y="1508203"/>
                  <a:pt x="3393498" y="1507758"/>
                  <a:pt x="3386835" y="1530309"/>
                </a:cubicBezTo>
                <a:cubicBezTo>
                  <a:pt x="3356665" y="1515805"/>
                  <a:pt x="3371936" y="1557746"/>
                  <a:pt x="3343833" y="1566006"/>
                </a:cubicBezTo>
                <a:lnTo>
                  <a:pt x="3339110" y="1559467"/>
                </a:lnTo>
                <a:cubicBezTo>
                  <a:pt x="3288489" y="1610550"/>
                  <a:pt x="3231310" y="1656590"/>
                  <a:pt x="3172654" y="1710559"/>
                </a:cubicBezTo>
                <a:cubicBezTo>
                  <a:pt x="3312543" y="1565862"/>
                  <a:pt x="3443453" y="1456608"/>
                  <a:pt x="3576361" y="1324332"/>
                </a:cubicBezTo>
                <a:cubicBezTo>
                  <a:pt x="3614370" y="1284763"/>
                  <a:pt x="3655807" y="1247898"/>
                  <a:pt x="3694242" y="1214095"/>
                </a:cubicBezTo>
                <a:cubicBezTo>
                  <a:pt x="3721050" y="1202001"/>
                  <a:pt x="3698876" y="1188309"/>
                  <a:pt x="3718916" y="1179905"/>
                </a:cubicBezTo>
                <a:cubicBezTo>
                  <a:pt x="3719011" y="1182272"/>
                  <a:pt x="3718742" y="1184937"/>
                  <a:pt x="3720605" y="1186472"/>
                </a:cubicBezTo>
                <a:lnTo>
                  <a:pt x="3804059" y="1103712"/>
                </a:lnTo>
                <a:lnTo>
                  <a:pt x="3805624" y="1104880"/>
                </a:lnTo>
                <a:cubicBezTo>
                  <a:pt x="3843663" y="1068344"/>
                  <a:pt x="3876496" y="1036665"/>
                  <a:pt x="3907428" y="1007150"/>
                </a:cubicBezTo>
                <a:lnTo>
                  <a:pt x="3880379" y="1024942"/>
                </a:lnTo>
                <a:cubicBezTo>
                  <a:pt x="3905417" y="990452"/>
                  <a:pt x="3941138" y="966809"/>
                  <a:pt x="3969038" y="937322"/>
                </a:cubicBezTo>
                <a:lnTo>
                  <a:pt x="3964343" y="933818"/>
                </a:lnTo>
                <a:cubicBezTo>
                  <a:pt x="3837616" y="1054940"/>
                  <a:pt x="3704120" y="1179752"/>
                  <a:pt x="3579709" y="1287981"/>
                </a:cubicBezTo>
                <a:lnTo>
                  <a:pt x="3584162" y="1297184"/>
                </a:lnTo>
                <a:lnTo>
                  <a:pt x="3504771" y="1356458"/>
                </a:lnTo>
                <a:lnTo>
                  <a:pt x="3516023" y="1365003"/>
                </a:lnTo>
                <a:cubicBezTo>
                  <a:pt x="3506839" y="1379220"/>
                  <a:pt x="3506191" y="1365690"/>
                  <a:pt x="3496592" y="1367410"/>
                </a:cubicBezTo>
                <a:cubicBezTo>
                  <a:pt x="3451630" y="1399205"/>
                  <a:pt x="3410695" y="1457664"/>
                  <a:pt x="3354298" y="1492676"/>
                </a:cubicBezTo>
                <a:cubicBezTo>
                  <a:pt x="3331633" y="1520337"/>
                  <a:pt x="3295980" y="1543314"/>
                  <a:pt x="3282915" y="1569255"/>
                </a:cubicBezTo>
                <a:lnTo>
                  <a:pt x="3273016" y="1570607"/>
                </a:lnTo>
                <a:cubicBezTo>
                  <a:pt x="3162414" y="1668792"/>
                  <a:pt x="3006070" y="1809800"/>
                  <a:pt x="2911229" y="1908574"/>
                </a:cubicBezTo>
                <a:lnTo>
                  <a:pt x="2909665" y="1907406"/>
                </a:lnTo>
                <a:cubicBezTo>
                  <a:pt x="2832240" y="1978828"/>
                  <a:pt x="2744610" y="2057546"/>
                  <a:pt x="2664922" y="2132620"/>
                </a:cubicBezTo>
                <a:lnTo>
                  <a:pt x="2628133" y="2168005"/>
                </a:lnTo>
                <a:lnTo>
                  <a:pt x="2625702" y="2167607"/>
                </a:lnTo>
                <a:lnTo>
                  <a:pt x="2752337" y="2036476"/>
                </a:lnTo>
                <a:cubicBezTo>
                  <a:pt x="2914851" y="1872651"/>
                  <a:pt x="3074275" y="1723896"/>
                  <a:pt x="3237061" y="1569992"/>
                </a:cubicBezTo>
                <a:cubicBezTo>
                  <a:pt x="3254162" y="1540758"/>
                  <a:pt x="3283704" y="1528269"/>
                  <a:pt x="3302070" y="1499836"/>
                </a:cubicBezTo>
                <a:cubicBezTo>
                  <a:pt x="3343537" y="1466003"/>
                  <a:pt x="3390547" y="1423980"/>
                  <a:pt x="3422772" y="1398299"/>
                </a:cubicBezTo>
                <a:lnTo>
                  <a:pt x="3418176" y="1397160"/>
                </a:lnTo>
                <a:lnTo>
                  <a:pt x="3467918" y="1354741"/>
                </a:lnTo>
                <a:cubicBezTo>
                  <a:pt x="3483397" y="1318273"/>
                  <a:pt x="3535450" y="1292918"/>
                  <a:pt x="3548485" y="1263946"/>
                </a:cubicBezTo>
                <a:cubicBezTo>
                  <a:pt x="3543309" y="1271836"/>
                  <a:pt x="3536780" y="1269828"/>
                  <a:pt x="3530010" y="1273517"/>
                </a:cubicBezTo>
                <a:lnTo>
                  <a:pt x="3532087" y="1266323"/>
                </a:lnTo>
                <a:cubicBezTo>
                  <a:pt x="3531066" y="1281367"/>
                  <a:pt x="3511348" y="1290350"/>
                  <a:pt x="3494708" y="1302579"/>
                </a:cubicBezTo>
                <a:lnTo>
                  <a:pt x="3488475" y="1308328"/>
                </a:lnTo>
                <a:lnTo>
                  <a:pt x="3491944" y="1307022"/>
                </a:lnTo>
                <a:cubicBezTo>
                  <a:pt x="3491702" y="1312719"/>
                  <a:pt x="3488632" y="1316448"/>
                  <a:pt x="3486159" y="1320910"/>
                </a:cubicBezTo>
                <a:cubicBezTo>
                  <a:pt x="3481862" y="1320138"/>
                  <a:pt x="3476290" y="1325295"/>
                  <a:pt x="3474696" y="1321094"/>
                </a:cubicBezTo>
                <a:cubicBezTo>
                  <a:pt x="3471567" y="1318757"/>
                  <a:pt x="3475508" y="1336324"/>
                  <a:pt x="3462480" y="1335340"/>
                </a:cubicBezTo>
                <a:cubicBezTo>
                  <a:pt x="3447647" y="1338885"/>
                  <a:pt x="3420356" y="1362373"/>
                  <a:pt x="3431211" y="1368186"/>
                </a:cubicBezTo>
                <a:cubicBezTo>
                  <a:pt x="3422636" y="1376406"/>
                  <a:pt x="3418417" y="1391461"/>
                  <a:pt x="3403553" y="1391975"/>
                </a:cubicBezTo>
                <a:lnTo>
                  <a:pt x="3404431" y="1383312"/>
                </a:lnTo>
                <a:cubicBezTo>
                  <a:pt x="3405726" y="1387146"/>
                  <a:pt x="3387493" y="1391019"/>
                  <a:pt x="3396514" y="1398329"/>
                </a:cubicBezTo>
                <a:lnTo>
                  <a:pt x="3380212" y="1403072"/>
                </a:lnTo>
                <a:lnTo>
                  <a:pt x="3382762" y="1414439"/>
                </a:lnTo>
                <a:cubicBezTo>
                  <a:pt x="3377799" y="1413599"/>
                  <a:pt x="3369572" y="1434981"/>
                  <a:pt x="3367929" y="1417984"/>
                </a:cubicBezTo>
                <a:cubicBezTo>
                  <a:pt x="3374188" y="1422658"/>
                  <a:pt x="3353059" y="1448455"/>
                  <a:pt x="3343642" y="1438411"/>
                </a:cubicBezTo>
                <a:lnTo>
                  <a:pt x="3346192" y="1449778"/>
                </a:lnTo>
                <a:lnTo>
                  <a:pt x="3338225" y="1452000"/>
                </a:lnTo>
                <a:cubicBezTo>
                  <a:pt x="3338196" y="1448967"/>
                  <a:pt x="3338466" y="1446302"/>
                  <a:pt x="3335067" y="1446630"/>
                </a:cubicBezTo>
                <a:lnTo>
                  <a:pt x="3332750" y="1459523"/>
                </a:lnTo>
                <a:cubicBezTo>
                  <a:pt x="3303535" y="1452185"/>
                  <a:pt x="3320642" y="1492630"/>
                  <a:pt x="3287575" y="1500048"/>
                </a:cubicBezTo>
                <a:cubicBezTo>
                  <a:pt x="3284686" y="1492014"/>
                  <a:pt x="3306927" y="1481815"/>
                  <a:pt x="3295193" y="1484664"/>
                </a:cubicBezTo>
                <a:cubicBezTo>
                  <a:pt x="3277946" y="1498737"/>
                  <a:pt x="3254536" y="1510501"/>
                  <a:pt x="3254741" y="1531728"/>
                </a:cubicBezTo>
                <a:cubicBezTo>
                  <a:pt x="3233986" y="1527267"/>
                  <a:pt x="3222148" y="1557708"/>
                  <a:pt x="3200884" y="1561612"/>
                </a:cubicBezTo>
                <a:lnTo>
                  <a:pt x="3226261" y="1523792"/>
                </a:lnTo>
                <a:lnTo>
                  <a:pt x="3212625" y="1528804"/>
                </a:lnTo>
                <a:cubicBezTo>
                  <a:pt x="3212247" y="1512609"/>
                  <a:pt x="3233754" y="1503007"/>
                  <a:pt x="3247023" y="1498294"/>
                </a:cubicBezTo>
                <a:lnTo>
                  <a:pt x="3234566" y="1518237"/>
                </a:lnTo>
                <a:lnTo>
                  <a:pt x="3285186" y="1467155"/>
                </a:lnTo>
                <a:cubicBezTo>
                  <a:pt x="3278417" y="1470846"/>
                  <a:pt x="3276641" y="1478408"/>
                  <a:pt x="3267911" y="1478196"/>
                </a:cubicBezTo>
                <a:cubicBezTo>
                  <a:pt x="3268519" y="1472198"/>
                  <a:pt x="3275656" y="1468209"/>
                  <a:pt x="3280861" y="1463351"/>
                </a:cubicBezTo>
                <a:lnTo>
                  <a:pt x="3276167" y="1459846"/>
                </a:lnTo>
                <a:cubicBezTo>
                  <a:pt x="3264364" y="1463361"/>
                  <a:pt x="3257383" y="1475782"/>
                  <a:pt x="3263372" y="1483121"/>
                </a:cubicBezTo>
                <a:cubicBezTo>
                  <a:pt x="3258041" y="1482581"/>
                  <a:pt x="3245381" y="1481297"/>
                  <a:pt x="3241739" y="1487323"/>
                </a:cubicBezTo>
                <a:lnTo>
                  <a:pt x="3244868" y="1489660"/>
                </a:lnTo>
                <a:cubicBezTo>
                  <a:pt x="3228519" y="1504833"/>
                  <a:pt x="3218506" y="1517283"/>
                  <a:pt x="3194970" y="1523648"/>
                </a:cubicBezTo>
                <a:cubicBezTo>
                  <a:pt x="3214843" y="1490318"/>
                  <a:pt x="3247871" y="1486598"/>
                  <a:pt x="3263080" y="1452796"/>
                </a:cubicBezTo>
                <a:cubicBezTo>
                  <a:pt x="3217364" y="1498653"/>
                  <a:pt x="3127815" y="1555213"/>
                  <a:pt x="3092393" y="1602450"/>
                </a:cubicBezTo>
                <a:cubicBezTo>
                  <a:pt x="3134752" y="1599675"/>
                  <a:pt x="3143227" y="1542638"/>
                  <a:pt x="3182214" y="1543225"/>
                </a:cubicBezTo>
                <a:lnTo>
                  <a:pt x="3159858" y="1564520"/>
                </a:lnTo>
                <a:lnTo>
                  <a:pt x="3177725" y="1560945"/>
                </a:lnTo>
                <a:cubicBezTo>
                  <a:pt x="3166407" y="1576292"/>
                  <a:pt x="3149189" y="1593397"/>
                  <a:pt x="3132279" y="1604137"/>
                </a:cubicBezTo>
                <a:cubicBezTo>
                  <a:pt x="3129603" y="1587373"/>
                  <a:pt x="3152530" y="1587004"/>
                  <a:pt x="3160148" y="1571620"/>
                </a:cubicBezTo>
                <a:lnTo>
                  <a:pt x="3155455" y="1568113"/>
                </a:lnTo>
                <a:cubicBezTo>
                  <a:pt x="3126870" y="1587768"/>
                  <a:pt x="3108233" y="1618866"/>
                  <a:pt x="3079782" y="1613962"/>
                </a:cubicBezTo>
                <a:cubicBezTo>
                  <a:pt x="3110705" y="1614405"/>
                  <a:pt x="3072192" y="1632379"/>
                  <a:pt x="3080605" y="1645686"/>
                </a:cubicBezTo>
                <a:lnTo>
                  <a:pt x="3057775" y="1648421"/>
                </a:lnTo>
                <a:lnTo>
                  <a:pt x="3056481" y="1644587"/>
                </a:lnTo>
                <a:cubicBezTo>
                  <a:pt x="3068281" y="1641072"/>
                  <a:pt x="3077030" y="1627820"/>
                  <a:pt x="3073041" y="1620685"/>
                </a:cubicBezTo>
                <a:cubicBezTo>
                  <a:pt x="3057089" y="1638590"/>
                  <a:pt x="3033139" y="1655685"/>
                  <a:pt x="3017457" y="1670926"/>
                </a:cubicBezTo>
                <a:lnTo>
                  <a:pt x="3021783" y="1674732"/>
                </a:lnTo>
                <a:cubicBezTo>
                  <a:pt x="3018780" y="1677793"/>
                  <a:pt x="3006169" y="1689305"/>
                  <a:pt x="2995341" y="1686525"/>
                </a:cubicBezTo>
                <a:cubicBezTo>
                  <a:pt x="2988679" y="1709074"/>
                  <a:pt x="2959621" y="1710168"/>
                  <a:pt x="2952688" y="1735384"/>
                </a:cubicBezTo>
                <a:cubicBezTo>
                  <a:pt x="2869097" y="1796251"/>
                  <a:pt x="2771254" y="1898086"/>
                  <a:pt x="2674501" y="1982527"/>
                </a:cubicBezTo>
                <a:cubicBezTo>
                  <a:pt x="2754855" y="1900463"/>
                  <a:pt x="2888419" y="1774984"/>
                  <a:pt x="2970069" y="1696753"/>
                </a:cubicBezTo>
                <a:lnTo>
                  <a:pt x="2960469" y="1698473"/>
                </a:lnTo>
                <a:cubicBezTo>
                  <a:pt x="2834891" y="1808266"/>
                  <a:pt x="2704397" y="1930017"/>
                  <a:pt x="2577303" y="2051439"/>
                </a:cubicBezTo>
                <a:lnTo>
                  <a:pt x="2564275" y="2050454"/>
                </a:lnTo>
                <a:lnTo>
                  <a:pt x="2559099" y="2058346"/>
                </a:lnTo>
                <a:lnTo>
                  <a:pt x="2570832" y="2055496"/>
                </a:lnTo>
                <a:lnTo>
                  <a:pt x="2570862" y="2058528"/>
                </a:lnTo>
                <a:cubicBezTo>
                  <a:pt x="2565290" y="2063686"/>
                  <a:pt x="2561679" y="2072745"/>
                  <a:pt x="2553682" y="2071933"/>
                </a:cubicBezTo>
                <a:lnTo>
                  <a:pt x="2553207" y="2053373"/>
                </a:lnTo>
                <a:cubicBezTo>
                  <a:pt x="2606639" y="1994497"/>
                  <a:pt x="2662880" y="1951053"/>
                  <a:pt x="2706016" y="1890797"/>
                </a:cubicBezTo>
                <a:cubicBezTo>
                  <a:pt x="2748440" y="1864131"/>
                  <a:pt x="2790360" y="1815870"/>
                  <a:pt x="2828795" y="1782067"/>
                </a:cubicBezTo>
                <a:cubicBezTo>
                  <a:pt x="2891158" y="1698178"/>
                  <a:pt x="2989823" y="1628068"/>
                  <a:pt x="3060009" y="1550022"/>
                </a:cubicBezTo>
                <a:cubicBezTo>
                  <a:pt x="3009551" y="1579576"/>
                  <a:pt x="2960909" y="1644323"/>
                  <a:pt x="2913852" y="1673549"/>
                </a:cubicBezTo>
                <a:lnTo>
                  <a:pt x="2910721" y="1671213"/>
                </a:lnTo>
                <a:lnTo>
                  <a:pt x="2953280" y="1619987"/>
                </a:lnTo>
                <a:cubicBezTo>
                  <a:pt x="2985418" y="1608434"/>
                  <a:pt x="3000260" y="1574932"/>
                  <a:pt x="3019005" y="1562695"/>
                </a:cubicBezTo>
                <a:lnTo>
                  <a:pt x="3020569" y="1563863"/>
                </a:lnTo>
                <a:cubicBezTo>
                  <a:pt x="3041493" y="1516839"/>
                  <a:pt x="3105617" y="1485304"/>
                  <a:pt x="3136074" y="1437227"/>
                </a:cubicBezTo>
                <a:lnTo>
                  <a:pt x="3090821" y="1461924"/>
                </a:lnTo>
                <a:cubicBezTo>
                  <a:pt x="3091507" y="1471755"/>
                  <a:pt x="3076162" y="1483665"/>
                  <a:pt x="3061087" y="1492906"/>
                </a:cubicBezTo>
                <a:lnTo>
                  <a:pt x="3065173" y="1502409"/>
                </a:lnTo>
                <a:cubicBezTo>
                  <a:pt x="3044893" y="1516511"/>
                  <a:pt x="3042991" y="1518674"/>
                  <a:pt x="3021484" y="1528276"/>
                </a:cubicBezTo>
                <a:lnTo>
                  <a:pt x="3030504" y="1535585"/>
                </a:lnTo>
                <a:cubicBezTo>
                  <a:pt x="3022170" y="1538107"/>
                  <a:pt x="3007337" y="1541652"/>
                  <a:pt x="3013354" y="1552023"/>
                </a:cubicBezTo>
                <a:cubicBezTo>
                  <a:pt x="2943573" y="1602845"/>
                  <a:pt x="2883179" y="1660679"/>
                  <a:pt x="2809361" y="1714794"/>
                </a:cubicBezTo>
                <a:cubicBezTo>
                  <a:pt x="2908642" y="1608729"/>
                  <a:pt x="3015196" y="1520570"/>
                  <a:pt x="3127439" y="1416155"/>
                </a:cubicBezTo>
                <a:lnTo>
                  <a:pt x="3129485" y="1405927"/>
                </a:lnTo>
                <a:lnTo>
                  <a:pt x="3407295" y="1142589"/>
                </a:lnTo>
                <a:lnTo>
                  <a:pt x="3385084" y="1155822"/>
                </a:lnTo>
                <a:lnTo>
                  <a:pt x="3392336" y="1140736"/>
                </a:lnTo>
                <a:lnTo>
                  <a:pt x="3373253" y="1156305"/>
                </a:lnTo>
                <a:cubicBezTo>
                  <a:pt x="3376382" y="1158643"/>
                  <a:pt x="3382544" y="1160949"/>
                  <a:pt x="3381106" y="1165180"/>
                </a:cubicBezTo>
                <a:cubicBezTo>
                  <a:pt x="3366609" y="1165394"/>
                  <a:pt x="3342863" y="1180489"/>
                  <a:pt x="3342352" y="1188853"/>
                </a:cubicBezTo>
                <a:lnTo>
                  <a:pt x="3340787" y="1187684"/>
                </a:lnTo>
                <a:cubicBezTo>
                  <a:pt x="3220655" y="1310148"/>
                  <a:pt x="3084049" y="1419161"/>
                  <a:pt x="2961454" y="1539357"/>
                </a:cubicBezTo>
                <a:cubicBezTo>
                  <a:pt x="2928592" y="1568003"/>
                  <a:pt x="2879535" y="1620252"/>
                  <a:pt x="2843223" y="1636431"/>
                </a:cubicBezTo>
                <a:lnTo>
                  <a:pt x="3026198" y="1463480"/>
                </a:lnTo>
                <a:lnTo>
                  <a:pt x="3013465" y="1471248"/>
                </a:lnTo>
                <a:cubicBezTo>
                  <a:pt x="3011871" y="1467047"/>
                  <a:pt x="3015879" y="1460722"/>
                  <a:pt x="3010548" y="1460182"/>
                </a:cubicBezTo>
                <a:cubicBezTo>
                  <a:pt x="2994246" y="1464924"/>
                  <a:pt x="2998362" y="1477459"/>
                  <a:pt x="3000882" y="1485794"/>
                </a:cubicBezTo>
                <a:lnTo>
                  <a:pt x="2971552" y="1489552"/>
                </a:lnTo>
                <a:cubicBezTo>
                  <a:pt x="2989756" y="1482645"/>
                  <a:pt x="2965199" y="1505738"/>
                  <a:pt x="2968628" y="1508442"/>
                </a:cubicBezTo>
                <a:cubicBezTo>
                  <a:pt x="2960631" y="1507631"/>
                  <a:pt x="2967941" y="1498611"/>
                  <a:pt x="2964513" y="1495907"/>
                </a:cubicBezTo>
                <a:cubicBezTo>
                  <a:pt x="2957134" y="1505594"/>
                  <a:pt x="2941163" y="1513736"/>
                  <a:pt x="2946783" y="1521375"/>
                </a:cubicBezTo>
                <a:lnTo>
                  <a:pt x="2933725" y="1517359"/>
                </a:lnTo>
                <a:cubicBezTo>
                  <a:pt x="2928658" y="1544110"/>
                  <a:pt x="2904996" y="1545076"/>
                  <a:pt x="2882757" y="1555277"/>
                </a:cubicBezTo>
                <a:cubicBezTo>
                  <a:pt x="2907383" y="1577970"/>
                  <a:pt x="2846283" y="1592981"/>
                  <a:pt x="2849886" y="1613881"/>
                </a:cubicBezTo>
                <a:cubicBezTo>
                  <a:pt x="2844411" y="1621403"/>
                  <a:pt x="2821850" y="1621473"/>
                  <a:pt x="2812697" y="1638722"/>
                </a:cubicBezTo>
                <a:lnTo>
                  <a:pt x="2817390" y="1642227"/>
                </a:lnTo>
                <a:cubicBezTo>
                  <a:pt x="2798405" y="1660163"/>
                  <a:pt x="2772312" y="1685119"/>
                  <a:pt x="2749482" y="1687852"/>
                </a:cubicBezTo>
                <a:lnTo>
                  <a:pt x="2813855" y="1620662"/>
                </a:lnTo>
                <a:cubicBezTo>
                  <a:pt x="2799629" y="1618211"/>
                  <a:pt x="2801301" y="1638240"/>
                  <a:pt x="2780547" y="1633780"/>
                </a:cubicBezTo>
                <a:cubicBezTo>
                  <a:pt x="2786968" y="1616926"/>
                  <a:pt x="2805653" y="1598625"/>
                  <a:pt x="2824157" y="1592086"/>
                </a:cubicBezTo>
                <a:cubicBezTo>
                  <a:pt x="2821984" y="1596914"/>
                  <a:pt x="2825143" y="1602284"/>
                  <a:pt x="2819541" y="1604408"/>
                </a:cubicBezTo>
                <a:cubicBezTo>
                  <a:pt x="2846796" y="1607845"/>
                  <a:pt x="2849613" y="1570093"/>
                  <a:pt x="2868357" y="1557856"/>
                </a:cubicBezTo>
                <a:cubicBezTo>
                  <a:pt x="2856016" y="1566702"/>
                  <a:pt x="2849400" y="1578824"/>
                  <a:pt x="2837668" y="1581673"/>
                </a:cubicBezTo>
                <a:lnTo>
                  <a:pt x="2883016" y="1536117"/>
                </a:lnTo>
                <a:lnTo>
                  <a:pt x="2877686" y="1535576"/>
                </a:lnTo>
                <a:lnTo>
                  <a:pt x="2886868" y="1521359"/>
                </a:lnTo>
                <a:cubicBezTo>
                  <a:pt x="2866589" y="1535461"/>
                  <a:pt x="2836565" y="1559345"/>
                  <a:pt x="2828338" y="1580728"/>
                </a:cubicBezTo>
                <a:cubicBezTo>
                  <a:pt x="2828309" y="1577696"/>
                  <a:pt x="2830211" y="1575532"/>
                  <a:pt x="2827082" y="1573195"/>
                </a:cubicBezTo>
                <a:cubicBezTo>
                  <a:pt x="2819734" y="1585914"/>
                  <a:pt x="2802245" y="1605683"/>
                  <a:pt x="2787721" y="1602865"/>
                </a:cubicBezTo>
                <a:lnTo>
                  <a:pt x="2790637" y="1613933"/>
                </a:lnTo>
                <a:cubicBezTo>
                  <a:pt x="2771651" y="1631868"/>
                  <a:pt x="2754135" y="1648605"/>
                  <a:pt x="2731334" y="1654372"/>
                </a:cubicBezTo>
                <a:cubicBezTo>
                  <a:pt x="2735215" y="1642649"/>
                  <a:pt x="2755862" y="1628247"/>
                  <a:pt x="2768077" y="1614002"/>
                </a:cubicBezTo>
                <a:cubicBezTo>
                  <a:pt x="2798468" y="1589817"/>
                  <a:pt x="2837019" y="1544917"/>
                  <a:pt x="2874478" y="1517410"/>
                </a:cubicBezTo>
                <a:lnTo>
                  <a:pt x="2868219" y="1512737"/>
                </a:lnTo>
                <a:cubicBezTo>
                  <a:pt x="2790916" y="1581309"/>
                  <a:pt x="2728233" y="1655068"/>
                  <a:pt x="2645280" y="1712969"/>
                </a:cubicBezTo>
                <a:cubicBezTo>
                  <a:pt x="2701076" y="1653997"/>
                  <a:pt x="2750356" y="1609512"/>
                  <a:pt x="2805912" y="1556238"/>
                </a:cubicBezTo>
                <a:cubicBezTo>
                  <a:pt x="2795502" y="1565953"/>
                  <a:pt x="2785662" y="1573372"/>
                  <a:pt x="2772730" y="1574753"/>
                </a:cubicBezTo>
                <a:cubicBezTo>
                  <a:pt x="2814920" y="1523827"/>
                  <a:pt x="2866576" y="1495740"/>
                  <a:pt x="2903832" y="1447006"/>
                </a:cubicBezTo>
                <a:lnTo>
                  <a:pt x="2902267" y="1445837"/>
                </a:lnTo>
                <a:cubicBezTo>
                  <a:pt x="2892127" y="1452888"/>
                  <a:pt x="2886314" y="1463743"/>
                  <a:pt x="2876782" y="1464795"/>
                </a:cubicBezTo>
                <a:cubicBezTo>
                  <a:pt x="2876926" y="1456732"/>
                  <a:pt x="2898897" y="1449198"/>
                  <a:pt x="2892880" y="1438827"/>
                </a:cubicBezTo>
                <a:cubicBezTo>
                  <a:pt x="2884207" y="1444679"/>
                  <a:pt x="2880297" y="1453372"/>
                  <a:pt x="2872233" y="1453226"/>
                </a:cubicBezTo>
                <a:cubicBezTo>
                  <a:pt x="2876579" y="1443569"/>
                  <a:pt x="2886718" y="1436518"/>
                  <a:pt x="2894926" y="1428599"/>
                </a:cubicBezTo>
                <a:cubicBezTo>
                  <a:pt x="2905600" y="1446174"/>
                  <a:pt x="2928774" y="1410151"/>
                  <a:pt x="2933950" y="1402260"/>
                </a:cubicBezTo>
                <a:cubicBezTo>
                  <a:pt x="2921444" y="1409408"/>
                  <a:pt x="2906929" y="1423084"/>
                  <a:pt x="2900498" y="1423441"/>
                </a:cubicBezTo>
                <a:cubicBezTo>
                  <a:pt x="2911150" y="1408028"/>
                  <a:pt x="2932308" y="1385263"/>
                  <a:pt x="2948610" y="1380521"/>
                </a:cubicBezTo>
                <a:lnTo>
                  <a:pt x="2949188" y="1371490"/>
                </a:lnTo>
                <a:cubicBezTo>
                  <a:pt x="3008925" y="1318472"/>
                  <a:pt x="3076334" y="1255376"/>
                  <a:pt x="3142695" y="1192215"/>
                </a:cubicBezTo>
                <a:lnTo>
                  <a:pt x="3222443" y="1115843"/>
                </a:lnTo>
                <a:lnTo>
                  <a:pt x="3207607" y="1123438"/>
                </a:lnTo>
                <a:cubicBezTo>
                  <a:pt x="3196637" y="1127880"/>
                  <a:pt x="3185477" y="1132555"/>
                  <a:pt x="3184690" y="1146949"/>
                </a:cubicBezTo>
                <a:cubicBezTo>
                  <a:pt x="3111732" y="1205864"/>
                  <a:pt x="3052902" y="1264866"/>
                  <a:pt x="2985594" y="1334452"/>
                </a:cubicBezTo>
                <a:cubicBezTo>
                  <a:pt x="2954603" y="1334676"/>
                  <a:pt x="2960458" y="1366574"/>
                  <a:pt x="2940787" y="1374679"/>
                </a:cubicBezTo>
                <a:cubicBezTo>
                  <a:pt x="2830909" y="1455770"/>
                  <a:pt x="2732680" y="1571366"/>
                  <a:pt x="2627467" y="1652931"/>
                </a:cubicBezTo>
                <a:cubicBezTo>
                  <a:pt x="2612364" y="1659141"/>
                  <a:pt x="2623935" y="1677817"/>
                  <a:pt x="2606946" y="1672729"/>
                </a:cubicBezTo>
                <a:cubicBezTo>
                  <a:pt x="2539445" y="1737583"/>
                  <a:pt x="2475410" y="1801442"/>
                  <a:pt x="2415143" y="1864674"/>
                </a:cubicBezTo>
                <a:cubicBezTo>
                  <a:pt x="2387426" y="1882398"/>
                  <a:pt x="2367621" y="1915060"/>
                  <a:pt x="2338080" y="1927549"/>
                </a:cubicBezTo>
                <a:cubicBezTo>
                  <a:pt x="2556218" y="1704950"/>
                  <a:pt x="2769558" y="1506437"/>
                  <a:pt x="3014630" y="1277143"/>
                </a:cubicBezTo>
                <a:lnTo>
                  <a:pt x="2982617" y="1294094"/>
                </a:lnTo>
                <a:lnTo>
                  <a:pt x="2986499" y="1282370"/>
                </a:lnTo>
                <a:cubicBezTo>
                  <a:pt x="2979488" y="1291757"/>
                  <a:pt x="2971280" y="1299677"/>
                  <a:pt x="2965467" y="1310532"/>
                </a:cubicBezTo>
                <a:cubicBezTo>
                  <a:pt x="2944741" y="1309104"/>
                  <a:pt x="2949668" y="1336868"/>
                  <a:pt x="2930209" y="1336243"/>
                </a:cubicBezTo>
                <a:lnTo>
                  <a:pt x="2939529" y="1343920"/>
                </a:lnTo>
                <a:cubicBezTo>
                  <a:pt x="2892567" y="1375512"/>
                  <a:pt x="2851495" y="1412078"/>
                  <a:pt x="2805219" y="1453502"/>
                </a:cubicBezTo>
                <a:cubicBezTo>
                  <a:pt x="2805008" y="1462232"/>
                  <a:pt x="2797968" y="1468587"/>
                  <a:pt x="2784940" y="1467602"/>
                </a:cubicBezTo>
                <a:cubicBezTo>
                  <a:pt x="2876506" y="1374557"/>
                  <a:pt x="2909417" y="1358708"/>
                  <a:pt x="2987985" y="1267710"/>
                </a:cubicBezTo>
                <a:cubicBezTo>
                  <a:pt x="2979651" y="1270230"/>
                  <a:pt x="2955036" y="1310484"/>
                  <a:pt x="2931394" y="1297988"/>
                </a:cubicBezTo>
                <a:lnTo>
                  <a:pt x="2931868" y="1316551"/>
                </a:lnTo>
                <a:cubicBezTo>
                  <a:pt x="2928837" y="1316580"/>
                  <a:pt x="2925708" y="1314243"/>
                  <a:pt x="2924142" y="1313075"/>
                </a:cubicBezTo>
                <a:cubicBezTo>
                  <a:pt x="2894031" y="1327862"/>
                  <a:pt x="2858428" y="1386861"/>
                  <a:pt x="2833076" y="1381262"/>
                </a:cubicBezTo>
                <a:lnTo>
                  <a:pt x="2840532" y="1387404"/>
                </a:lnTo>
                <a:cubicBezTo>
                  <a:pt x="2829514" y="1403117"/>
                  <a:pt x="2817328" y="1420396"/>
                  <a:pt x="2795725" y="1427630"/>
                </a:cubicBezTo>
                <a:cubicBezTo>
                  <a:pt x="2793349" y="1434458"/>
                  <a:pt x="2772828" y="1454257"/>
                  <a:pt x="2789497" y="1449215"/>
                </a:cubicBezTo>
                <a:cubicBezTo>
                  <a:pt x="2775986" y="1459626"/>
                  <a:pt x="2763868" y="1476238"/>
                  <a:pt x="2747228" y="1484313"/>
                </a:cubicBezTo>
                <a:lnTo>
                  <a:pt x="2750152" y="1474735"/>
                </a:lnTo>
                <a:lnTo>
                  <a:pt x="2750092" y="1474794"/>
                </a:lnTo>
                <a:cubicBezTo>
                  <a:pt x="2723726" y="1500317"/>
                  <a:pt x="2688558" y="1530959"/>
                  <a:pt x="2656066" y="1550133"/>
                </a:cubicBezTo>
                <a:lnTo>
                  <a:pt x="2656307" y="1544436"/>
                </a:lnTo>
                <a:cubicBezTo>
                  <a:pt x="2651313" y="1540564"/>
                  <a:pt x="2665094" y="1527487"/>
                  <a:pt x="2670087" y="1531358"/>
                </a:cubicBezTo>
                <a:lnTo>
                  <a:pt x="2662361" y="1527883"/>
                </a:lnTo>
                <a:cubicBezTo>
                  <a:pt x="2676171" y="1517839"/>
                  <a:pt x="2684031" y="1496755"/>
                  <a:pt x="2702853" y="1500347"/>
                </a:cubicBezTo>
                <a:cubicBezTo>
                  <a:pt x="2698497" y="1493510"/>
                  <a:pt x="2714210" y="1481301"/>
                  <a:pt x="2707951" y="1476627"/>
                </a:cubicBezTo>
                <a:lnTo>
                  <a:pt x="2613256" y="1567336"/>
                </a:lnTo>
                <a:lnTo>
                  <a:pt x="2603356" y="1568689"/>
                </a:lnTo>
                <a:cubicBezTo>
                  <a:pt x="2638874" y="1523819"/>
                  <a:pt x="2687574" y="1488363"/>
                  <a:pt x="2720918" y="1448321"/>
                </a:cubicBezTo>
                <a:cubicBezTo>
                  <a:pt x="2868052" y="1318495"/>
                  <a:pt x="2986212" y="1175636"/>
                  <a:pt x="3125329" y="1058462"/>
                </a:cubicBezTo>
                <a:lnTo>
                  <a:pt x="3110834" y="1058675"/>
                </a:lnTo>
                <a:cubicBezTo>
                  <a:pt x="3111309" y="1077237"/>
                  <a:pt x="3084295" y="1068103"/>
                  <a:pt x="3090072" y="1084172"/>
                </a:cubicBezTo>
                <a:cubicBezTo>
                  <a:pt x="2952702" y="1190752"/>
                  <a:pt x="2860809" y="1303624"/>
                  <a:pt x="2723128" y="1416567"/>
                </a:cubicBezTo>
                <a:cubicBezTo>
                  <a:pt x="2718560" y="1418460"/>
                  <a:pt x="2705292" y="1423174"/>
                  <a:pt x="2707068" y="1415612"/>
                </a:cubicBezTo>
                <a:lnTo>
                  <a:pt x="3057006" y="1091591"/>
                </a:lnTo>
                <a:lnTo>
                  <a:pt x="3057884" y="1082928"/>
                </a:lnTo>
                <a:cubicBezTo>
                  <a:pt x="3064992" y="1075907"/>
                  <a:pt x="3089268" y="1038986"/>
                  <a:pt x="3101475" y="1054697"/>
                </a:cubicBezTo>
                <a:cubicBezTo>
                  <a:pt x="3106951" y="1047173"/>
                  <a:pt x="3118656" y="1041291"/>
                  <a:pt x="3119234" y="1032261"/>
                </a:cubicBezTo>
                <a:lnTo>
                  <a:pt x="3094019" y="1048556"/>
                </a:lnTo>
                <a:lnTo>
                  <a:pt x="3094357" y="1045223"/>
                </a:lnTo>
                <a:lnTo>
                  <a:pt x="3074348" y="1056660"/>
                </a:lnTo>
                <a:lnTo>
                  <a:pt x="3088610" y="1032186"/>
                </a:lnTo>
                <a:cubicBezTo>
                  <a:pt x="3071007" y="1063053"/>
                  <a:pt x="3021734" y="1077581"/>
                  <a:pt x="3023774" y="1097310"/>
                </a:cubicBezTo>
                <a:lnTo>
                  <a:pt x="3052658" y="1078023"/>
                </a:lnTo>
                <a:cubicBezTo>
                  <a:pt x="3043360" y="1103335"/>
                  <a:pt x="3031656" y="1109218"/>
                  <a:pt x="3006778" y="1122180"/>
                </a:cubicBezTo>
                <a:lnTo>
                  <a:pt x="3007261" y="1110783"/>
                </a:lnTo>
                <a:lnTo>
                  <a:pt x="2980212" y="1128574"/>
                </a:lnTo>
                <a:lnTo>
                  <a:pt x="3030339" y="1072394"/>
                </a:lnTo>
                <a:lnTo>
                  <a:pt x="3025646" y="1068889"/>
                </a:lnTo>
                <a:cubicBezTo>
                  <a:pt x="3047394" y="1053589"/>
                  <a:pt x="3061530" y="1023718"/>
                  <a:pt x="3084939" y="1011954"/>
                </a:cubicBezTo>
                <a:lnTo>
                  <a:pt x="3072782" y="1032265"/>
                </a:lnTo>
                <a:cubicBezTo>
                  <a:pt x="3085781" y="1030216"/>
                  <a:pt x="3096799" y="1014502"/>
                  <a:pt x="3101841" y="1031172"/>
                </a:cubicBezTo>
                <a:cubicBezTo>
                  <a:pt x="3101126" y="1018308"/>
                  <a:pt x="3121880" y="1022768"/>
                  <a:pt x="3114298" y="1011227"/>
                </a:cubicBezTo>
                <a:lnTo>
                  <a:pt x="3097659" y="1019302"/>
                </a:lnTo>
                <a:lnTo>
                  <a:pt x="3097997" y="1015970"/>
                </a:lnTo>
                <a:cubicBezTo>
                  <a:pt x="3108039" y="1006554"/>
                  <a:pt x="3118421" y="993805"/>
                  <a:pt x="3129546" y="996953"/>
                </a:cubicBezTo>
                <a:lnTo>
                  <a:pt x="3124853" y="993448"/>
                </a:lnTo>
                <a:cubicBezTo>
                  <a:pt x="3158883" y="963237"/>
                  <a:pt x="3155396" y="931242"/>
                  <a:pt x="3199354" y="902711"/>
                </a:cubicBezTo>
                <a:lnTo>
                  <a:pt x="3194361" y="898839"/>
                </a:lnTo>
                <a:cubicBezTo>
                  <a:pt x="3162503" y="924221"/>
                  <a:pt x="3150046" y="944164"/>
                  <a:pt x="3124349" y="971854"/>
                </a:cubicBezTo>
                <a:cubicBezTo>
                  <a:pt x="3114180" y="975873"/>
                  <a:pt x="3088076" y="984333"/>
                  <a:pt x="3105219" y="997853"/>
                </a:cubicBezTo>
                <a:lnTo>
                  <a:pt x="3088821" y="1000230"/>
                </a:lnTo>
                <a:cubicBezTo>
                  <a:pt x="3078469" y="1016010"/>
                  <a:pt x="3049110" y="1016737"/>
                  <a:pt x="3051276" y="1041866"/>
                </a:cubicBezTo>
                <a:cubicBezTo>
                  <a:pt x="3019744" y="1047420"/>
                  <a:pt x="3021697" y="1081280"/>
                  <a:pt x="2993903" y="1083174"/>
                </a:cubicBezTo>
                <a:cubicBezTo>
                  <a:pt x="2848953" y="1224665"/>
                  <a:pt x="2718111" y="1333253"/>
                  <a:pt x="2564730" y="1474898"/>
                </a:cubicBezTo>
                <a:lnTo>
                  <a:pt x="2555199" y="1475953"/>
                </a:lnTo>
                <a:cubicBezTo>
                  <a:pt x="2663056" y="1361668"/>
                  <a:pt x="2798833" y="1250889"/>
                  <a:pt x="2903686" y="1139667"/>
                </a:cubicBezTo>
                <a:lnTo>
                  <a:pt x="2900557" y="1137329"/>
                </a:lnTo>
                <a:lnTo>
                  <a:pt x="2895353" y="1142188"/>
                </a:lnTo>
                <a:lnTo>
                  <a:pt x="2898482" y="1144525"/>
                </a:lnTo>
                <a:cubicBezTo>
                  <a:pt x="2891741" y="1151246"/>
                  <a:pt x="2884700" y="1157601"/>
                  <a:pt x="2875410" y="1152957"/>
                </a:cubicBezTo>
                <a:cubicBezTo>
                  <a:pt x="2904169" y="1128271"/>
                  <a:pt x="2936509" y="1091493"/>
                  <a:pt x="2970599" y="1067346"/>
                </a:cubicBezTo>
                <a:lnTo>
                  <a:pt x="2962597" y="1085000"/>
                </a:lnTo>
                <a:lnTo>
                  <a:pt x="2973632" y="1067318"/>
                </a:lnTo>
                <a:cubicBezTo>
                  <a:pt x="2980101" y="1063262"/>
                  <a:pt x="2984012" y="1054569"/>
                  <a:pt x="2992075" y="1054714"/>
                </a:cubicBezTo>
                <a:lnTo>
                  <a:pt x="2991197" y="1063377"/>
                </a:lnTo>
                <a:lnTo>
                  <a:pt x="3023297" y="1032296"/>
                </a:lnTo>
                <a:lnTo>
                  <a:pt x="3003654" y="1043433"/>
                </a:lnTo>
                <a:cubicBezTo>
                  <a:pt x="3013253" y="1030100"/>
                  <a:pt x="3026018" y="1017088"/>
                  <a:pt x="3039537" y="1005752"/>
                </a:cubicBezTo>
                <a:lnTo>
                  <a:pt x="3064360" y="988782"/>
                </a:lnTo>
                <a:lnTo>
                  <a:pt x="3063344" y="989232"/>
                </a:lnTo>
                <a:lnTo>
                  <a:pt x="3065149" y="984702"/>
                </a:lnTo>
                <a:cubicBezTo>
                  <a:pt x="3073358" y="976783"/>
                  <a:pt x="3088944" y="959176"/>
                  <a:pt x="3095231" y="966882"/>
                </a:cubicBezTo>
                <a:cubicBezTo>
                  <a:pt x="3086182" y="956540"/>
                  <a:pt x="3119537" y="932992"/>
                  <a:pt x="3133048" y="922581"/>
                </a:cubicBezTo>
                <a:lnTo>
                  <a:pt x="3132507" y="927912"/>
                </a:lnTo>
                <a:lnTo>
                  <a:pt x="3153027" y="908113"/>
                </a:lnTo>
                <a:lnTo>
                  <a:pt x="3149899" y="905776"/>
                </a:lnTo>
                <a:lnTo>
                  <a:pt x="3224778" y="831235"/>
                </a:lnTo>
                <a:cubicBezTo>
                  <a:pt x="3230253" y="823711"/>
                  <a:pt x="3250612" y="825439"/>
                  <a:pt x="3246796" y="813270"/>
                </a:cubicBezTo>
                <a:cubicBezTo>
                  <a:pt x="3254734" y="808017"/>
                  <a:pt x="3258345" y="798958"/>
                  <a:pt x="3268244" y="797604"/>
                </a:cubicBezTo>
                <a:lnTo>
                  <a:pt x="3268032" y="806335"/>
                </a:lnTo>
                <a:cubicBezTo>
                  <a:pt x="3273816" y="792448"/>
                  <a:pt x="3282053" y="787561"/>
                  <a:pt x="3296761" y="778616"/>
                </a:cubicBezTo>
                <a:lnTo>
                  <a:pt x="3471221" y="598377"/>
                </a:lnTo>
                <a:lnTo>
                  <a:pt x="3482656" y="595160"/>
                </a:lnTo>
                <a:lnTo>
                  <a:pt x="3476396" y="590487"/>
                </a:lnTo>
                <a:lnTo>
                  <a:pt x="3494601" y="583581"/>
                </a:lnTo>
                <a:cubicBezTo>
                  <a:pt x="3508767" y="556742"/>
                  <a:pt x="3542461" y="529863"/>
                  <a:pt x="3574318" y="504481"/>
                </a:cubicBezTo>
                <a:lnTo>
                  <a:pt x="3572994" y="497615"/>
                </a:lnTo>
                <a:cubicBezTo>
                  <a:pt x="3589934" y="489906"/>
                  <a:pt x="3588840" y="460847"/>
                  <a:pt x="3612164" y="463212"/>
                </a:cubicBezTo>
                <a:cubicBezTo>
                  <a:pt x="3729541" y="331381"/>
                  <a:pt x="3878585" y="169435"/>
                  <a:pt x="3984306" y="33055"/>
                </a:cubicBezTo>
                <a:lnTo>
                  <a:pt x="3940329" y="75049"/>
                </a:lnTo>
                <a:cubicBezTo>
                  <a:pt x="3814724" y="228262"/>
                  <a:pt x="3675327" y="378059"/>
                  <a:pt x="3527984" y="516614"/>
                </a:cubicBezTo>
                <a:cubicBezTo>
                  <a:pt x="3566185" y="458550"/>
                  <a:pt x="3643440" y="400408"/>
                  <a:pt x="3684529" y="350379"/>
                </a:cubicBezTo>
                <a:cubicBezTo>
                  <a:pt x="3721949" y="303346"/>
                  <a:pt x="3765686" y="267050"/>
                  <a:pt x="3799976" y="217679"/>
                </a:cubicBezTo>
                <a:lnTo>
                  <a:pt x="3790319" y="213334"/>
                </a:lnTo>
                <a:cubicBezTo>
                  <a:pt x="3803433" y="200188"/>
                  <a:pt x="3823644" y="186754"/>
                  <a:pt x="3830529" y="171969"/>
                </a:cubicBezTo>
                <a:cubicBezTo>
                  <a:pt x="3842590" y="149291"/>
                  <a:pt x="3867322" y="144393"/>
                  <a:pt x="3868190" y="119236"/>
                </a:cubicBezTo>
                <a:cubicBezTo>
                  <a:pt x="3818777" y="188280"/>
                  <a:pt x="3743443" y="230797"/>
                  <a:pt x="3690746" y="289074"/>
                </a:cubicBezTo>
                <a:cubicBezTo>
                  <a:pt x="3747208" y="212749"/>
                  <a:pt x="3831381" y="145104"/>
                  <a:pt x="3890384" y="71262"/>
                </a:cubicBezTo>
                <a:close/>
              </a:path>
            </a:pathLst>
          </a:custGeom>
          <a:blipFill>
            <a:blip r:embed="rId2"/>
            <a:srcRect l="36659" r="36659"/>
            <a:tile sx="392039" sy="392039" flip="none" algn="ctr"/>
          </a:blipFill>
          <a:ln w="38100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dirty="0">
              <a:latin typeface="Noto Sans SC" panose="020B0200000000000000" pitchFamily="34" charset="-128"/>
              <a:ea typeface="宋体"/>
              <a:cs typeface="Arial"/>
              <a:sym typeface="Arial"/>
            </a:endParaRPr>
          </a:p>
        </p:txBody>
      </p:sp>
      <p:grpSp>
        <p:nvGrpSpPr>
          <p:cNvPr id="178" name="组合 177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231900"/>
            <a:ext cx="6820806" cy="5003800"/>
            <a:chOff x="666750" y="1231900"/>
            <a:chExt cx="6820806" cy="5003800"/>
          </a:xfrm>
        </p:grpSpPr>
        <p:grpSp>
          <p:nvGrpSpPr>
            <p:cNvPr id="179" name="组合 178"/>
            <p:cNvGrpSpPr/>
            <p:nvPr/>
          </p:nvGrpSpPr>
          <p:grpSpPr>
            <a:xfrm>
              <a:off x="666750" y="1231900"/>
              <a:ext cx="3378653" cy="2470150"/>
              <a:chOff x="609600" y="2286000"/>
              <a:chExt cx="3378653" cy="2470150"/>
            </a:xfrm>
          </p:grpSpPr>
          <p:sp>
            <p:nvSpPr>
              <p:cNvPr id="180" name="任意多边形: 形状 179"/>
              <p:cNvSpPr/>
              <p:nvPr/>
            </p:nvSpPr>
            <p:spPr>
              <a:xfrm>
                <a:off x="609600" y="2286000"/>
                <a:ext cx="50800" cy="2171700"/>
              </a:xfrm>
              <a:custGeom>
                <a:avLst/>
                <a:gdLst>
                  <a:gd name="connisteX0" fmla="*/ 0 w 50800"/>
                  <a:gd name="connsiteY0" fmla="*/ 25400 h 1117600"/>
                  <a:gd name="connisteX1" fmla="*/ 25400 w 50800"/>
                  <a:gd name="connsiteY1" fmla="*/ 0 h 1117600"/>
                  <a:gd name="connisteX2" fmla="*/ 25400 w 50800"/>
                  <a:gd name="connsiteY2" fmla="*/ 0 h 1117600"/>
                  <a:gd name="connisteX3" fmla="*/ 50800 w 50800"/>
                  <a:gd name="connsiteY3" fmla="*/ 25400 h 1117600"/>
                  <a:gd name="connisteX4" fmla="*/ 50800 w 50800"/>
                  <a:gd name="connsiteY4" fmla="*/ 1092200 h 1117600"/>
                  <a:gd name="connisteX5" fmla="*/ 25400 w 50800"/>
                  <a:gd name="connsiteY5" fmla="*/ 1117600 h 1117600"/>
                  <a:gd name="connisteX6" fmla="*/ 25400 w 50800"/>
                  <a:gd name="connsiteY6" fmla="*/ 1117600 h 1117600"/>
                  <a:gd name="connisteX7" fmla="*/ 0 w 50800"/>
                  <a:gd name="connsiteY7" fmla="*/ 1092200 h 1117600"/>
                  <a:gd name="connisteX8" fmla="*/ 0 w 50800"/>
                  <a:gd name="connsiteY8" fmla="*/ 25400 h 11176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0" t="0" r="0" b="0"/>
                <a:pathLst>
                  <a:path w="50800" h="1117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5400" y="0"/>
                    </a:ln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1092200"/>
                    </a:lnTo>
                    <a:cubicBezTo>
                      <a:pt x="50800" y="1106228"/>
                      <a:pt x="39428" y="1117600"/>
                      <a:pt x="25400" y="1117600"/>
                    </a:cubicBezTo>
                    <a:lnTo>
                      <a:pt x="25400" y="1117600"/>
                    </a:lnTo>
                    <a:cubicBezTo>
                      <a:pt x="11372" y="1117600"/>
                      <a:pt x="0" y="1106228"/>
                      <a:pt x="0" y="1092200"/>
                    </a:cubicBezTo>
                    <a:lnTo>
                      <a:pt x="0" y="2540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  <a:alpha val="100000"/>
                </a:schemeClr>
              </a:solidFill>
              <a:ln w="0">
                <a:noFill/>
                <a:prstDash val="solid"/>
              </a:ln>
            </p:spPr>
            <p:txBody>
              <a:bodyPr vert="horz" wrap="square" lIns="0" tIns="0" rIns="0" bIns="0">
                <a:noAutofit/>
              </a:bodyPr>
              <a:lstStyle/>
              <a:p>
                <a:pPr marL="228600" indent="-22860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i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lang="zh-CN" sz="2400" dirty="0">
                  <a:solidFill>
                    <a:srgbClr val="000000">
                      <a:alpha val="100000"/>
                    </a:srgbClr>
                  </a:solidFill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181" name="矩形 180" descr="{&quot;isTemplate&quot;:true,&quot;type&quot;:&quot;title&quot;,&quot;canOmit&quot;:false}"/>
              <p:cNvSpPr/>
              <p:nvPr/>
            </p:nvSpPr>
            <p:spPr>
              <a:xfrm>
                <a:off x="762000" y="2286000"/>
                <a:ext cx="3226253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buClr>
                    <a:srgbClr val="000000">
                      <a:alpha val="100000"/>
                    </a:srgbClr>
                  </a:buClr>
                  <a:buFont typeface="Arial" panose="020B0604020202020204" pitchFamily="34" charset="0"/>
                  <a:buNone/>
                  <a:defRPr sz="24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一、软件功能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182" name="矩形 181" descr="{&quot;isTemplate&quot;:true,&quot;type&quot;:&quot;content&quot;,&quot;canOmit&quot;:false}"/>
              <p:cNvSpPr/>
              <p:nvPr/>
            </p:nvSpPr>
            <p:spPr>
              <a:xfrm>
                <a:off x="762000" y="2774950"/>
                <a:ext cx="3226253" cy="1981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阐述系统核心能力，介绍架构形态演进路径，覆盖单体到分布式的迭代过程，明确各阶段功能边界。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</p:grpSp>
        <p:grpSp>
          <p:nvGrpSpPr>
            <p:cNvPr id="183" name="组合 182"/>
            <p:cNvGrpSpPr/>
            <p:nvPr/>
          </p:nvGrpSpPr>
          <p:grpSpPr>
            <a:xfrm>
              <a:off x="666750" y="3765550"/>
              <a:ext cx="3378653" cy="2470150"/>
              <a:chOff x="609600" y="3708400"/>
              <a:chExt cx="3378653" cy="2470150"/>
            </a:xfrm>
          </p:grpSpPr>
          <p:sp>
            <p:nvSpPr>
              <p:cNvPr id="184" name="任意多边形: 形状 183"/>
              <p:cNvSpPr/>
              <p:nvPr/>
            </p:nvSpPr>
            <p:spPr>
              <a:xfrm>
                <a:off x="609600" y="3708400"/>
                <a:ext cx="50800" cy="2171700"/>
              </a:xfrm>
              <a:custGeom>
                <a:avLst/>
                <a:gdLst>
                  <a:gd name="connisteX0" fmla="*/ 0 w 50800"/>
                  <a:gd name="connsiteY0" fmla="*/ 25400 h 1117600"/>
                  <a:gd name="connisteX1" fmla="*/ 25400 w 50800"/>
                  <a:gd name="connsiteY1" fmla="*/ 0 h 1117600"/>
                  <a:gd name="connisteX2" fmla="*/ 25400 w 50800"/>
                  <a:gd name="connsiteY2" fmla="*/ 0 h 1117600"/>
                  <a:gd name="connisteX3" fmla="*/ 50800 w 50800"/>
                  <a:gd name="connsiteY3" fmla="*/ 25400 h 1117600"/>
                  <a:gd name="connisteX4" fmla="*/ 50800 w 50800"/>
                  <a:gd name="connsiteY4" fmla="*/ 1092200 h 1117600"/>
                  <a:gd name="connisteX5" fmla="*/ 25400 w 50800"/>
                  <a:gd name="connsiteY5" fmla="*/ 1117600 h 1117600"/>
                  <a:gd name="connisteX6" fmla="*/ 25400 w 50800"/>
                  <a:gd name="connsiteY6" fmla="*/ 1117600 h 1117600"/>
                  <a:gd name="connisteX7" fmla="*/ 0 w 50800"/>
                  <a:gd name="connsiteY7" fmla="*/ 1092200 h 1117600"/>
                  <a:gd name="connisteX8" fmla="*/ 0 w 50800"/>
                  <a:gd name="connsiteY8" fmla="*/ 25400 h 11176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0" t="0" r="0" b="0"/>
                <a:pathLst>
                  <a:path w="50800" h="1117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5400" y="0"/>
                    </a:ln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1092200"/>
                    </a:lnTo>
                    <a:cubicBezTo>
                      <a:pt x="50800" y="1106228"/>
                      <a:pt x="39428" y="1117600"/>
                      <a:pt x="25400" y="1117600"/>
                    </a:cubicBezTo>
                    <a:lnTo>
                      <a:pt x="25400" y="1117600"/>
                    </a:lnTo>
                    <a:cubicBezTo>
                      <a:pt x="11372" y="1117600"/>
                      <a:pt x="0" y="1106228"/>
                      <a:pt x="0" y="1092200"/>
                    </a:cubicBezTo>
                    <a:lnTo>
                      <a:pt x="0" y="2540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  <a:alpha val="100000"/>
                </a:schemeClr>
              </a:solidFill>
              <a:ln w="0">
                <a:noFill/>
                <a:prstDash val="solid"/>
              </a:ln>
            </p:spPr>
            <p:txBody>
              <a:bodyPr vert="horz" wrap="square" lIns="0" tIns="0" rIns="0" bIns="0">
                <a:noAutofit/>
              </a:bodyPr>
              <a:lstStyle/>
              <a:p>
                <a:pPr marL="228600" indent="-22860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i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lang="zh-CN" sz="2400" dirty="0">
                  <a:solidFill>
                    <a:srgbClr val="000000">
                      <a:alpha val="100000"/>
                    </a:srgbClr>
                  </a:solidFill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185" name="矩形 184" descr="{&quot;isTemplate&quot;:true,&quot;type&quot;:&quot;title&quot;,&quot;canOmit&quot;:false}"/>
              <p:cNvSpPr/>
              <p:nvPr/>
            </p:nvSpPr>
            <p:spPr>
              <a:xfrm>
                <a:off x="762000" y="3708400"/>
                <a:ext cx="3226253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Clr>
                    <a:srgbClr val="000000">
                      <a:alpha val="100000"/>
                    </a:srgbClr>
                  </a:buClr>
                  <a:buFont typeface="Arial" panose="020B0604020202020204" pitchFamily="34" charset="0"/>
                  <a:buNone/>
                  <a:defRPr sz="24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二、问题分析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186" name="矩形 185" descr="{&quot;isTemplate&quot;:true,&quot;type&quot;:&quot;content&quot;,&quot;canOmit&quot;:false}"/>
              <p:cNvSpPr/>
              <p:nvPr/>
            </p:nvSpPr>
            <p:spPr>
              <a:xfrm>
                <a:off x="762000" y="4197350"/>
                <a:ext cx="3226253" cy="1981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梳理单体架构现存痛点，拆解分布式化过程中面临的核心挑战，输出问题清单与影响范围说明。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4108903" y="1231900"/>
              <a:ext cx="3378653" cy="2470150"/>
              <a:chOff x="609600" y="2286000"/>
              <a:chExt cx="3378653" cy="2470150"/>
            </a:xfrm>
          </p:grpSpPr>
          <p:sp>
            <p:nvSpPr>
              <p:cNvPr id="188" name="任意多边形: 形状 187"/>
              <p:cNvSpPr/>
              <p:nvPr/>
            </p:nvSpPr>
            <p:spPr>
              <a:xfrm>
                <a:off x="609600" y="2286000"/>
                <a:ext cx="50800" cy="2171700"/>
              </a:xfrm>
              <a:custGeom>
                <a:avLst/>
                <a:gdLst>
                  <a:gd name="connisteX0" fmla="*/ 0 w 50800"/>
                  <a:gd name="connsiteY0" fmla="*/ 25400 h 1117600"/>
                  <a:gd name="connisteX1" fmla="*/ 25400 w 50800"/>
                  <a:gd name="connsiteY1" fmla="*/ 0 h 1117600"/>
                  <a:gd name="connisteX2" fmla="*/ 25400 w 50800"/>
                  <a:gd name="connsiteY2" fmla="*/ 0 h 1117600"/>
                  <a:gd name="connisteX3" fmla="*/ 50800 w 50800"/>
                  <a:gd name="connsiteY3" fmla="*/ 25400 h 1117600"/>
                  <a:gd name="connisteX4" fmla="*/ 50800 w 50800"/>
                  <a:gd name="connsiteY4" fmla="*/ 1092200 h 1117600"/>
                  <a:gd name="connisteX5" fmla="*/ 25400 w 50800"/>
                  <a:gd name="connsiteY5" fmla="*/ 1117600 h 1117600"/>
                  <a:gd name="connisteX6" fmla="*/ 25400 w 50800"/>
                  <a:gd name="connsiteY6" fmla="*/ 1117600 h 1117600"/>
                  <a:gd name="connisteX7" fmla="*/ 0 w 50800"/>
                  <a:gd name="connsiteY7" fmla="*/ 1092200 h 1117600"/>
                  <a:gd name="connisteX8" fmla="*/ 0 w 50800"/>
                  <a:gd name="connsiteY8" fmla="*/ 25400 h 11176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0" t="0" r="0" b="0"/>
                <a:pathLst>
                  <a:path w="50800" h="1117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5400" y="0"/>
                    </a:ln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1092200"/>
                    </a:lnTo>
                    <a:cubicBezTo>
                      <a:pt x="50800" y="1106228"/>
                      <a:pt x="39428" y="1117600"/>
                      <a:pt x="25400" y="1117600"/>
                    </a:cubicBezTo>
                    <a:lnTo>
                      <a:pt x="25400" y="1117600"/>
                    </a:lnTo>
                    <a:cubicBezTo>
                      <a:pt x="11372" y="1117600"/>
                      <a:pt x="0" y="1106228"/>
                      <a:pt x="0" y="1092200"/>
                    </a:cubicBezTo>
                    <a:lnTo>
                      <a:pt x="0" y="2540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  <a:alpha val="100000"/>
                </a:schemeClr>
              </a:solidFill>
              <a:ln w="0">
                <a:noFill/>
                <a:prstDash val="solid"/>
              </a:ln>
            </p:spPr>
            <p:txBody>
              <a:bodyPr vert="horz" wrap="square" lIns="0" tIns="0" rIns="0" bIns="0">
                <a:noAutofit/>
              </a:bodyPr>
              <a:lstStyle/>
              <a:p>
                <a:pPr marL="228600" indent="-22860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i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lang="zh-CN" sz="2400" dirty="0">
                  <a:solidFill>
                    <a:srgbClr val="000000">
                      <a:alpha val="100000"/>
                    </a:srgbClr>
                  </a:solidFill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189" name="矩形 188" descr="{&quot;isTemplate&quot;:true,&quot;type&quot;:&quot;title&quot;,&quot;canOmit&quot;:false}"/>
              <p:cNvSpPr/>
              <p:nvPr/>
            </p:nvSpPr>
            <p:spPr>
              <a:xfrm>
                <a:off x="762000" y="2286000"/>
                <a:ext cx="3226253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buClr>
                    <a:srgbClr val="000000">
                      <a:alpha val="100000"/>
                    </a:srgbClr>
                  </a:buClr>
                  <a:buFont typeface="Arial" panose="020B0604020202020204" pitchFamily="34" charset="0"/>
                  <a:buNone/>
                  <a:defRPr sz="24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三、技术方案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190" name="矩形 189" descr="{&quot;isTemplate&quot;:true,&quot;type&quot;:&quot;content&quot;,&quot;canOmit&quot;:false}"/>
              <p:cNvSpPr/>
              <p:nvPr/>
            </p:nvSpPr>
            <p:spPr>
              <a:xfrm>
                <a:off x="762000" y="2774950"/>
                <a:ext cx="3226253" cy="1981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落地服务治理体系，推进可靠性重构工作，叠加AI优化能力，形成完整技术落地实施方案。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</p:grpSp>
        <p:grpSp>
          <p:nvGrpSpPr>
            <p:cNvPr id="191" name="组合 190"/>
            <p:cNvGrpSpPr/>
            <p:nvPr/>
          </p:nvGrpSpPr>
          <p:grpSpPr>
            <a:xfrm>
              <a:off x="4108903" y="3765550"/>
              <a:ext cx="3378653" cy="2470150"/>
              <a:chOff x="609600" y="3708400"/>
              <a:chExt cx="3378653" cy="2470150"/>
            </a:xfrm>
          </p:grpSpPr>
          <p:sp>
            <p:nvSpPr>
              <p:cNvPr id="192" name="任意多边形: 形状 191"/>
              <p:cNvSpPr/>
              <p:nvPr/>
            </p:nvSpPr>
            <p:spPr>
              <a:xfrm>
                <a:off x="609600" y="3708400"/>
                <a:ext cx="50800" cy="2171700"/>
              </a:xfrm>
              <a:custGeom>
                <a:avLst/>
                <a:gdLst>
                  <a:gd name="connisteX0" fmla="*/ 0 w 50800"/>
                  <a:gd name="connsiteY0" fmla="*/ 25400 h 1117600"/>
                  <a:gd name="connisteX1" fmla="*/ 25400 w 50800"/>
                  <a:gd name="connsiteY1" fmla="*/ 0 h 1117600"/>
                  <a:gd name="connisteX2" fmla="*/ 25400 w 50800"/>
                  <a:gd name="connsiteY2" fmla="*/ 0 h 1117600"/>
                  <a:gd name="connisteX3" fmla="*/ 50800 w 50800"/>
                  <a:gd name="connsiteY3" fmla="*/ 25400 h 1117600"/>
                  <a:gd name="connisteX4" fmla="*/ 50800 w 50800"/>
                  <a:gd name="connsiteY4" fmla="*/ 1092200 h 1117600"/>
                  <a:gd name="connisteX5" fmla="*/ 25400 w 50800"/>
                  <a:gd name="connsiteY5" fmla="*/ 1117600 h 1117600"/>
                  <a:gd name="connisteX6" fmla="*/ 25400 w 50800"/>
                  <a:gd name="connsiteY6" fmla="*/ 1117600 h 1117600"/>
                  <a:gd name="connisteX7" fmla="*/ 0 w 50800"/>
                  <a:gd name="connsiteY7" fmla="*/ 1092200 h 1117600"/>
                  <a:gd name="connisteX8" fmla="*/ 0 w 50800"/>
                  <a:gd name="connsiteY8" fmla="*/ 25400 h 11176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0" t="0" r="0" b="0"/>
                <a:pathLst>
                  <a:path w="50800" h="1117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5400" y="0"/>
                    </a:ln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1092200"/>
                    </a:lnTo>
                    <a:cubicBezTo>
                      <a:pt x="50800" y="1106228"/>
                      <a:pt x="39428" y="1117600"/>
                      <a:pt x="25400" y="1117600"/>
                    </a:cubicBezTo>
                    <a:lnTo>
                      <a:pt x="25400" y="1117600"/>
                    </a:lnTo>
                    <a:cubicBezTo>
                      <a:pt x="11372" y="1117600"/>
                      <a:pt x="0" y="1106228"/>
                      <a:pt x="0" y="1092200"/>
                    </a:cubicBezTo>
                    <a:lnTo>
                      <a:pt x="0" y="2540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  <a:alpha val="100000"/>
                </a:schemeClr>
              </a:solidFill>
              <a:ln w="0">
                <a:noFill/>
                <a:prstDash val="solid"/>
              </a:ln>
            </p:spPr>
            <p:txBody>
              <a:bodyPr vert="horz" wrap="square" lIns="0" tIns="0" rIns="0" bIns="0">
                <a:noAutofit/>
              </a:bodyPr>
              <a:lstStyle/>
              <a:p>
                <a:pPr marL="228600" indent="-22860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i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lang="zh-CN" sz="2400" dirty="0">
                  <a:solidFill>
                    <a:srgbClr val="000000">
                      <a:alpha val="100000"/>
                    </a:srgbClr>
                  </a:solidFill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193" name="矩形 192" descr="{&quot;isTemplate&quot;:true,&quot;type&quot;:&quot;title&quot;,&quot;canOmit&quot;:false}"/>
              <p:cNvSpPr/>
              <p:nvPr/>
            </p:nvSpPr>
            <p:spPr>
              <a:xfrm>
                <a:off x="762000" y="3708400"/>
                <a:ext cx="3226253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Clr>
                    <a:srgbClr val="000000">
                      <a:alpha val="100000"/>
                    </a:srgbClr>
                  </a:buClr>
                  <a:buFont typeface="Arial" panose="020B0604020202020204" pitchFamily="34" charset="0"/>
                  <a:buNone/>
                  <a:defRPr sz="24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四、测试评估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194" name="矩形 193" descr="{&quot;isTemplate&quot;:true,&quot;type&quot;:&quot;content&quot;,&quot;canOmit&quot;:false}"/>
              <p:cNvSpPr/>
              <p:nvPr/>
            </p:nvSpPr>
            <p:spPr>
              <a:xfrm>
                <a:off x="762000" y="4197350"/>
                <a:ext cx="3226253" cy="1981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执行分层压测方案，完成量化成果对比分析，输出性能指标变化数据与效果验证结论。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</p:grpSp>
      </p:grpSp>
      <p:sp>
        <p:nvSpPr>
          <p:cNvPr id="195" name="文本框 194" descr="{&quot;isTemplate&quot;:true,&quot;type&quot;:&quot;title&quot;,&quot;canOmit&quot;:false,&quot;range&quot;:0}"/>
          <p:cNvSpPr txBox="1"/>
          <p:nvPr/>
        </p:nvSpPr>
        <p:spPr>
          <a:xfrm>
            <a:off x="666750" y="429111"/>
            <a:ext cx="10852150" cy="599589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/>
          <a:p>
            <a:pPr marL="0"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  <a:buNone/>
            </a:pPr>
            <a:r>
              <a:rPr lang="zh-CN" sz="2800" b="1" dirty="0">
                <a:latin typeface="Noto Sans SC" panose="020B0200000000000000" pitchFamily="34" charset="-128"/>
                <a:ea typeface="Noto Sans SC" panose="020B0200000000000000" pitchFamily="34" charset="-128"/>
              </a:rPr>
              <a:t>汇报大纲目录 / Menu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31;p15" descr="image.png"/>
          <p:cNvPicPr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15455"/>
            <a:ext cx="3444775" cy="1491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32;p15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02025" y="2215455"/>
            <a:ext cx="3444924" cy="1491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33;p15" descr="image.png"/>
          <p:cNvPicPr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92760"/>
            <a:ext cx="3444775" cy="1491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134;p15" descr="image.png"/>
          <p:cNvPicPr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02025" y="3992760"/>
            <a:ext cx="3444924" cy="1491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135;p15" descr="image.png"/>
          <p:cNvPicPr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136;p15"/>
          <p:cNvSpPr txBox="1"/>
          <p:nvPr/>
        </p:nvSpPr>
        <p:spPr>
          <a:xfrm>
            <a:off x="762000" y="762000"/>
            <a:ext cx="114046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19958"/>
              </a:lnSpc>
              <a:buNone/>
            </a:pP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系统核心功能总览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03" name="Google Shape;137;p15"/>
          <p:cNvSpPr/>
          <p:nvPr/>
        </p:nvSpPr>
        <p:spPr>
          <a:xfrm>
            <a:off x="571500" y="762000"/>
            <a:ext cx="95250" cy="36567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138;p15"/>
          <p:cNvSpPr txBox="1"/>
          <p:nvPr/>
        </p:nvSpPr>
        <p:spPr>
          <a:xfrm>
            <a:off x="381000" y="209549"/>
            <a:ext cx="11239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软件功能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06" name="Google Shape;142;p15"/>
          <p:cNvSpPr txBox="1"/>
          <p:nvPr/>
        </p:nvSpPr>
        <p:spPr>
          <a:xfrm>
            <a:off x="1092249" y="2475805"/>
            <a:ext cx="281305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>
              <a:buNone/>
            </a:pP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用户与家庭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07" name="Google Shape;143;p15"/>
          <p:cNvSpPr txBox="1"/>
          <p:nvPr/>
        </p:nvSpPr>
        <p:spPr>
          <a:xfrm>
            <a:off x="819150" y="2910780"/>
            <a:ext cx="29527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家庭组管理、成员邀请与权限细分，实现数据共享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08" name="Google Shape;144;p15"/>
          <p:cNvSpPr txBox="1"/>
          <p:nvPr/>
        </p:nvSpPr>
        <p:spPr>
          <a:xfrm>
            <a:off x="4822775" y="2475805"/>
            <a:ext cx="281305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>
              <a:buNone/>
            </a:pP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用药管理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09" name="Google Shape;145;p15"/>
          <p:cNvSpPr txBox="1"/>
          <p:nvPr/>
        </p:nvSpPr>
        <p:spPr>
          <a:xfrm>
            <a:off x="4549675" y="2910780"/>
            <a:ext cx="2952750" cy="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药箱、计划、打卡与漏服智能检测，确保用药安全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10" name="Google Shape;146;p15"/>
          <p:cNvSpPr txBox="1"/>
          <p:nvPr/>
        </p:nvSpPr>
        <p:spPr>
          <a:xfrm>
            <a:off x="1092249" y="4253110"/>
            <a:ext cx="281305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>
              <a:buNone/>
            </a:pP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健康监测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11" name="Google Shape;147;p15"/>
          <p:cNvSpPr txBox="1"/>
          <p:nvPr/>
        </p:nvSpPr>
        <p:spPr>
          <a:xfrm>
            <a:off x="819150" y="4688085"/>
            <a:ext cx="29527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体征数据录入、趋势分析与异常事件实时预警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12" name="Google Shape;148;p15"/>
          <p:cNvSpPr txBox="1"/>
          <p:nvPr/>
        </p:nvSpPr>
        <p:spPr>
          <a:xfrm>
            <a:off x="4822775" y="4253110"/>
            <a:ext cx="281305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>
              <a:buNone/>
            </a:pPr>
            <a:r>
              <a:rPr lang="en-US" sz="18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助手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13" name="Google Shape;149;p15"/>
          <p:cNvSpPr txBox="1"/>
          <p:nvPr/>
        </p:nvSpPr>
        <p:spPr>
          <a:xfrm>
            <a:off x="4549675" y="4688085"/>
            <a:ext cx="2952750" cy="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RAG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问答、OCR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识别与基于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LLM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的不良反应预测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214" name="Google Shape;150;p15" descr="image.png"/>
          <p:cNvPicPr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2501205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151;p15" descr="image.png"/>
          <p:cNvPicPr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49675" y="2501205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152;p15" descr="image.png"/>
          <p:cNvPicPr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9150" y="4278510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153;p15" descr="image.png"/>
          <p:cNvPicPr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49675" y="4278510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155;p15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a3c39545a8bd78e87c745ee4836af885">
            <a:hlinkClick r:id="" action="ppaction://media"/>
            <a:extLst>
              <a:ext uri="{FF2B5EF4-FFF2-40B4-BE49-F238E27FC236}">
                <a16:creationId xmlns:a16="http://schemas.microsoft.com/office/drawing/2014/main" id="{8DC3D7AA-8B91-718C-BC39-4A63D271120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74491" y="1368746"/>
            <a:ext cx="8550367" cy="4809580"/>
          </a:xfrm>
          <a:prstGeom prst="rect">
            <a:avLst/>
          </a:prstGeom>
          <a:ln w="107950" cap="rnd">
            <a:solidFill>
              <a:srgbClr val="C8C6BD"/>
            </a:solidFill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171450" prst="hardEdge"/>
            <a:extrusionClr>
              <a:srgbClr val="FFFFFF"/>
            </a:extrusionClr>
          </a:sp3d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58F7C15-5698-DE15-98D7-DBDC462B5CFC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607" y="2020234"/>
            <a:ext cx="1740821" cy="36689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10602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160;p16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161;p16"/>
          <p:cNvSpPr txBox="1"/>
          <p:nvPr/>
        </p:nvSpPr>
        <p:spPr>
          <a:xfrm>
            <a:off x="762000" y="762000"/>
            <a:ext cx="114046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19958"/>
              </a:lnSpc>
              <a:buNone/>
            </a:pP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架构演进：从单体到微服务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22" name="Google Shape;162;p16"/>
          <p:cNvSpPr/>
          <p:nvPr/>
        </p:nvSpPr>
        <p:spPr>
          <a:xfrm>
            <a:off x="571500" y="762000"/>
            <a:ext cx="95250" cy="36567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163;p16"/>
          <p:cNvSpPr txBox="1"/>
          <p:nvPr/>
        </p:nvSpPr>
        <p:spPr>
          <a:xfrm>
            <a:off x="381000" y="209549"/>
            <a:ext cx="15367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软件功能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24" name="Google Shape;165;p16"/>
          <p:cNvSpPr txBox="1"/>
          <p:nvPr/>
        </p:nvSpPr>
        <p:spPr>
          <a:xfrm>
            <a:off x="2085975" y="1849635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1500" b="1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单体</a:t>
            </a:r>
            <a:r>
              <a:rPr lang="en-US" sz="1500" b="1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Spring Boot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25" name="Google Shape;166;p16"/>
          <p:cNvSpPr/>
          <p:nvPr/>
        </p:nvSpPr>
        <p:spPr>
          <a:xfrm>
            <a:off x="3600450" y="2344935"/>
            <a:ext cx="285750" cy="285750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  <a:alpha val="100000"/>
            </a:schemeClr>
          </a:solidFill>
          <a:ln w="47625" cap="flat" cmpd="sng">
            <a:solidFill>
              <a:schemeClr val="bg1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167;p16"/>
          <p:cNvSpPr txBox="1"/>
          <p:nvPr/>
        </p:nvSpPr>
        <p:spPr>
          <a:xfrm>
            <a:off x="1897062" y="2761725"/>
            <a:ext cx="3695700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所有模块同</a:t>
            </a:r>
            <a:r>
              <a:rPr lang="en-US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JVM，共享线程池，资源竞争严重</a:t>
            </a:r>
            <a:endParaRPr sz="160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27" name="Google Shape;168;p16"/>
          <p:cNvSpPr txBox="1"/>
          <p:nvPr/>
        </p:nvSpPr>
        <p:spPr>
          <a:xfrm>
            <a:off x="6462712" y="1849635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1500" b="1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模块化单体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28" name="Google Shape;170;p16"/>
          <p:cNvSpPr txBox="1"/>
          <p:nvPr/>
        </p:nvSpPr>
        <p:spPr>
          <a:xfrm>
            <a:off x="6096000" y="2751324"/>
            <a:ext cx="4108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事件驱动初步引入，状态外置</a:t>
            </a:r>
            <a:r>
              <a:rPr lang="en-US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Redis，Profile</a:t>
            </a:r>
            <a:r>
              <a:rPr lang="en-US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开关</a:t>
            </a:r>
            <a:r>
              <a:rPr lang="zh-CN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，按领域边界拆分，</a:t>
            </a:r>
            <a:r>
              <a:rPr lang="en-US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Nginx</a:t>
            </a:r>
            <a:r>
              <a:rPr lang="zh-CN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网关路由，实现高并发支撑</a:t>
            </a:r>
            <a:endParaRPr lang="zh-CN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marL="0" lvl="0" indent="0" algn="ctr">
              <a:buNone/>
            </a:pP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29" name="Google Shape;172;p16"/>
          <p:cNvSpPr/>
          <p:nvPr/>
        </p:nvSpPr>
        <p:spPr>
          <a:xfrm>
            <a:off x="7977187" y="2344935"/>
            <a:ext cx="285750" cy="28575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  <a:ln w="47625" cap="flat" cmpd="sng">
            <a:solidFill>
              <a:schemeClr val="bg1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174;p16"/>
          <p:cNvSpPr/>
          <p:nvPr/>
        </p:nvSpPr>
        <p:spPr>
          <a:xfrm>
            <a:off x="571500" y="2230635"/>
            <a:ext cx="11049000" cy="38100"/>
          </a:xfrm>
          <a:prstGeom prst="rect">
            <a:avLst/>
          </a:prstGeom>
          <a:solidFill>
            <a:schemeClr val="bg1">
              <a:lumMod val="8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176;p16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423" y="3209775"/>
            <a:ext cx="6435154" cy="3512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181;p17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40223"/>
            <a:ext cx="2619375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182;p17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1375" y="2740223"/>
            <a:ext cx="2619375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183;p17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0" y="2740223"/>
            <a:ext cx="2619375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184;p17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01125" y="2740223"/>
            <a:ext cx="2619375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185;p17" descr="image.png"/>
          <p:cNvPicPr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186;p17"/>
          <p:cNvSpPr txBox="1"/>
          <p:nvPr/>
        </p:nvSpPr>
        <p:spPr>
          <a:xfrm>
            <a:off x="762000" y="762000"/>
            <a:ext cx="114046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19958"/>
              </a:lnSpc>
              <a:buNone/>
            </a:pP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性能与可靠性体验亮点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40" name="Google Shape;187;p17"/>
          <p:cNvSpPr/>
          <p:nvPr/>
        </p:nvSpPr>
        <p:spPr>
          <a:xfrm>
            <a:off x="571500" y="762000"/>
            <a:ext cx="95250" cy="36567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188;p17"/>
          <p:cNvSpPr txBox="1"/>
          <p:nvPr/>
        </p:nvSpPr>
        <p:spPr>
          <a:xfrm>
            <a:off x="381000" y="209550"/>
            <a:ext cx="12509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软件功能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42" name="Google Shape;190;p17"/>
          <p:cNvSpPr txBox="1"/>
          <p:nvPr/>
        </p:nvSpPr>
        <p:spPr>
          <a:xfrm>
            <a:off x="571500" y="4673798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10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16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分布式架构彻底解决了单体时代的系统性瓶颈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243" name="Google Shape;191;p17" descr="image.png"/>
          <p:cNvPicPr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89771" y="4711898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192;p17"/>
          <p:cNvSpPr txBox="1"/>
          <p:nvPr/>
        </p:nvSpPr>
        <p:spPr>
          <a:xfrm>
            <a:off x="685800" y="3045023"/>
            <a:ext cx="23939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42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82.6×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45" name="Google Shape;193;p17"/>
          <p:cNvSpPr txBox="1"/>
          <p:nvPr/>
        </p:nvSpPr>
        <p:spPr>
          <a:xfrm>
            <a:off x="685800" y="3759398"/>
            <a:ext cx="23939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1350" b="1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吞吐量提升</a:t>
            </a:r>
            <a:r>
              <a:rPr lang="en-US" sz="1350" b="1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(8→661 req/s)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46" name="Google Shape;194;p17"/>
          <p:cNvSpPr txBox="1"/>
          <p:nvPr/>
        </p:nvSpPr>
        <p:spPr>
          <a:xfrm>
            <a:off x="3495675" y="3045023"/>
            <a:ext cx="23939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4200" b="1" i="0" u="none" strike="noStrike" dirty="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47" name="Google Shape;195;p17"/>
          <p:cNvSpPr txBox="1"/>
          <p:nvPr/>
        </p:nvSpPr>
        <p:spPr>
          <a:xfrm>
            <a:off x="3495675" y="3759398"/>
            <a:ext cx="23939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1350" b="1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500 </a:t>
            </a:r>
            <a:r>
              <a:rPr lang="en-US" sz="1350" b="1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并发成功率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48" name="Google Shape;196;p17"/>
          <p:cNvSpPr txBox="1"/>
          <p:nvPr/>
        </p:nvSpPr>
        <p:spPr>
          <a:xfrm>
            <a:off x="6305550" y="3045023"/>
            <a:ext cx="23939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42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5.3×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49" name="Google Shape;197;p17"/>
          <p:cNvSpPr txBox="1"/>
          <p:nvPr/>
        </p:nvSpPr>
        <p:spPr>
          <a:xfrm>
            <a:off x="6305550" y="3759398"/>
            <a:ext cx="23939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1350" b="1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RAG </a:t>
            </a:r>
            <a:r>
              <a:rPr lang="en-US" sz="1350" b="1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并发吞吐提升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50" name="Google Shape;198;p17"/>
          <p:cNvSpPr txBox="1"/>
          <p:nvPr/>
        </p:nvSpPr>
        <p:spPr>
          <a:xfrm>
            <a:off x="9115425" y="3045023"/>
            <a:ext cx="23939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4200" b="1" i="0" u="none" strike="noStrike" dirty="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0次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51" name="Google Shape;199;p17"/>
          <p:cNvSpPr txBox="1"/>
          <p:nvPr/>
        </p:nvSpPr>
        <p:spPr>
          <a:xfrm>
            <a:off x="9115425" y="3759398"/>
            <a:ext cx="23939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1350" b="1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消息与延迟任务丢失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52" name="Google Shape;201;p17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edbc0948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ictureMisc1" descr="{&quot;isTemplate&quot;:true,&quot;type&quot;:&quot;image&quot;}"/>
          <p:cNvSpPr/>
          <p:nvPr/>
        </p:nvSpPr>
        <p:spPr>
          <a:xfrm flipH="1">
            <a:off x="0" y="4277275"/>
            <a:ext cx="12192000" cy="2580725"/>
          </a:xfrm>
          <a:custGeom>
            <a:avLst/>
            <a:gdLst>
              <a:gd name="connsiteX0" fmla="*/ 12192000 w 12192000"/>
              <a:gd name="connsiteY0" fmla="*/ 0 h 2580725"/>
              <a:gd name="connsiteX1" fmla="*/ 0 w 12192000"/>
              <a:gd name="connsiteY1" fmla="*/ 0 h 2580725"/>
              <a:gd name="connsiteX2" fmla="*/ 0 w 12192000"/>
              <a:gd name="connsiteY2" fmla="*/ 2580725 h 2580725"/>
              <a:gd name="connsiteX3" fmla="*/ 12192000 w 12192000"/>
              <a:gd name="connsiteY3" fmla="*/ 2580725 h 258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80725">
                <a:moveTo>
                  <a:pt x="12192000" y="0"/>
                </a:moveTo>
                <a:lnTo>
                  <a:pt x="0" y="0"/>
                </a:lnTo>
                <a:lnTo>
                  <a:pt x="0" y="2580725"/>
                </a:lnTo>
                <a:lnTo>
                  <a:pt x="12192000" y="2580725"/>
                </a:lnTo>
                <a:close/>
              </a:path>
            </a:pathLst>
          </a:custGeom>
          <a:blipFill>
            <a:blip r:embed="rId2"/>
            <a:srcRect t="12858" b="12858"/>
            <a:tile sx="339823" sy="339823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sz="1600" dirty="0">
              <a:latin typeface="Noto Sans SC" panose="020B0200000000000000" pitchFamily="34" charset="-128"/>
              <a:ea typeface="宋体"/>
              <a:cs typeface="Arial"/>
              <a:sym typeface="Arial"/>
            </a:endParaRPr>
          </a:p>
        </p:txBody>
      </p:sp>
      <p:sp>
        <p:nvSpPr>
          <p:cNvPr id="255" name="矩形: 圆角 6"/>
          <p:cNvSpPr/>
          <p:nvPr/>
        </p:nvSpPr>
        <p:spPr>
          <a:xfrm>
            <a:off x="711201" y="1698786"/>
            <a:ext cx="1519238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sz="1600" dirty="0">
              <a:latin typeface="Noto Sans SC" panose="020B0200000000000000" pitchFamily="34" charset="-128"/>
              <a:ea typeface="宋体"/>
              <a:cs typeface="Arial"/>
              <a:sym typeface="Arial"/>
            </a:endParaRPr>
          </a:p>
        </p:txBody>
      </p:sp>
      <p:grpSp>
        <p:nvGrpSpPr>
          <p:cNvPr id="256" name="组合 255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2196353"/>
            <a:ext cx="10852150" cy="4039347"/>
            <a:chOff x="666750" y="2196353"/>
            <a:chExt cx="10852150" cy="4039347"/>
          </a:xfrm>
        </p:grpSpPr>
        <p:grpSp>
          <p:nvGrpSpPr>
            <p:cNvPr id="257" name="组合 256"/>
            <p:cNvGrpSpPr/>
            <p:nvPr/>
          </p:nvGrpSpPr>
          <p:grpSpPr>
            <a:xfrm>
              <a:off x="666750" y="2196353"/>
              <a:ext cx="3448050" cy="4039347"/>
              <a:chOff x="660400" y="2094753"/>
              <a:chExt cx="3448050" cy="4039347"/>
            </a:xfrm>
          </p:grpSpPr>
          <p:sp>
            <p:nvSpPr>
              <p:cNvPr id="258" name="矩形: 圆角 257"/>
              <p:cNvSpPr/>
              <p:nvPr/>
            </p:nvSpPr>
            <p:spPr>
              <a:xfrm>
                <a:off x="660400" y="2094753"/>
                <a:ext cx="3448050" cy="4039347"/>
              </a:xfrm>
              <a:prstGeom prst="roundRect">
                <a:avLst>
                  <a:gd name="adj" fmla="val 7800"/>
                </a:avLst>
              </a:prstGeom>
              <a:solidFill>
                <a:schemeClr val="bg1">
                  <a:alpha val="90000"/>
                </a:schemeClr>
              </a:solidFill>
              <a:ln w="12700"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dirty="0">
                  <a:latin typeface="Noto Sans SC" panose="020B0200000000000000" pitchFamily="34" charset="-128"/>
                  <a:ea typeface="宋体"/>
                  <a:cs typeface="Arial"/>
                  <a:sym typeface="Arial"/>
                </a:endParaRPr>
              </a:p>
            </p:txBody>
          </p:sp>
          <p:sp>
            <p:nvSpPr>
              <p:cNvPr id="259" name="矩形: 圆角 258" descr="{&quot;isTemplate&quot;:true,&quot;type&quot;:&quot;title&quot;,&quot;canOmit&quot;:false}"/>
              <p:cNvSpPr/>
              <p:nvPr/>
            </p:nvSpPr>
            <p:spPr>
              <a:xfrm>
                <a:off x="709743" y="3136900"/>
                <a:ext cx="3256497" cy="882650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anchor="t" anchorCtr="0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</a:rPr>
                  <a:t>性能瓶颈突出</a:t>
                </a:r>
                <a:endParaRPr dirty="0">
                  <a:latin typeface="Noto Sans SC" panose="020B0200000000000000" pitchFamily="34" charset="-128"/>
                </a:endParaRPr>
              </a:p>
            </p:txBody>
          </p:sp>
          <p:sp>
            <p:nvSpPr>
              <p:cNvPr id="260" name="文本框 259" descr="{&quot;isTemplate&quot;:true,&quot;type&quot;:&quot;content&quot;,&quot;canOmit&quot;:true}"/>
              <p:cNvSpPr txBox="1"/>
              <p:nvPr/>
            </p:nvSpPr>
            <p:spPr>
              <a:xfrm>
                <a:off x="709743" y="4019550"/>
                <a:ext cx="3256497" cy="1479550"/>
              </a:xfrm>
              <a:prstGeom prst="rect">
                <a:avLst/>
              </a:prstGeom>
              <a:noFill/>
              <a:ln/>
              <a:effectLst/>
            </p:spPr>
            <p:txBody>
              <a:bodyPr vert="horz" wrap="square" lIns="90043" tIns="46863" rIns="90043" bIns="46863" rtlCol="0" anchor="t" anchorCtr="0"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</a:pPr>
                <a:r>
                  <a:rPr lang="zh-CN" sz="1400" b="0" dirty="0"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AI/OCR慢调用长期占用Web线程池资源，频繁N+1查询拖慢核心接口响应速度，影响整体服务效率。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261" name="椭圆 260" descr="{&quot;isTemplate&quot;:true,&quot;type&quot;:&quot;serialNumber&quot;}"/>
              <p:cNvSpPr/>
              <p:nvPr/>
            </p:nvSpPr>
            <p:spPr>
              <a:xfrm>
                <a:off x="709744" y="2407317"/>
                <a:ext cx="540000" cy="540000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/>
              <a:p>
                <a:pPr algn="ctr" defTabSz="913765"/>
                <a:r>
                  <a:rPr lang="en-US" sz="1600" b="1" dirty="0">
                    <a:solidFill>
                      <a:schemeClr val="bg1">
                        <a:alpha val="100000"/>
                      </a:schemeClr>
                    </a:solidFill>
                    <a:latin typeface="Noto Sans SC" panose="020B0200000000000000" pitchFamily="34" charset="-128"/>
                    <a:ea typeface="宋体"/>
                    <a:cs typeface="Arial"/>
                    <a:sym typeface="Arial"/>
                  </a:rPr>
                  <a:t>01</a:t>
                </a:r>
                <a:endParaRPr lang="zh-CN" sz="1600" b="1" dirty="0">
                  <a:solidFill>
                    <a:srgbClr val="FFFFFF">
                      <a:alpha val="100000"/>
                    </a:srgbClr>
                  </a:solidFill>
                  <a:latin typeface="Noto Sans SC" panose="020B0200000000000000" pitchFamily="34" charset="-128"/>
                  <a:ea typeface="宋体"/>
                  <a:cs typeface="Arial"/>
                  <a:sym typeface="Arial"/>
                </a:endParaRPr>
              </a:p>
            </p:txBody>
          </p:sp>
        </p:grpSp>
        <p:grpSp>
          <p:nvGrpSpPr>
            <p:cNvPr id="262" name="组合 261"/>
            <p:cNvGrpSpPr/>
            <p:nvPr/>
          </p:nvGrpSpPr>
          <p:grpSpPr>
            <a:xfrm>
              <a:off x="4368800" y="2196353"/>
              <a:ext cx="3448050" cy="4039347"/>
              <a:chOff x="4351725" y="2094753"/>
              <a:chExt cx="3448050" cy="4039347"/>
            </a:xfrm>
          </p:grpSpPr>
          <p:sp>
            <p:nvSpPr>
              <p:cNvPr id="263" name="矩形: 圆角 262"/>
              <p:cNvSpPr/>
              <p:nvPr/>
            </p:nvSpPr>
            <p:spPr>
              <a:xfrm>
                <a:off x="4351725" y="2094753"/>
                <a:ext cx="3448050" cy="4039347"/>
              </a:xfrm>
              <a:prstGeom prst="roundRect">
                <a:avLst>
                  <a:gd name="adj" fmla="val 7800"/>
                </a:avLst>
              </a:prstGeom>
              <a:solidFill>
                <a:schemeClr val="bg1">
                  <a:alpha val="90000"/>
                </a:schemeClr>
              </a:solidFill>
              <a:ln w="12700"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dirty="0">
                  <a:latin typeface="Noto Sans SC" panose="020B0200000000000000" pitchFamily="34" charset="-128"/>
                  <a:ea typeface="宋体"/>
                  <a:cs typeface="Arial"/>
                  <a:sym typeface="Arial"/>
                </a:endParaRPr>
              </a:p>
            </p:txBody>
          </p:sp>
          <p:sp>
            <p:nvSpPr>
              <p:cNvPr id="264" name="矩形: 圆角 263" descr="{&quot;isTemplate&quot;:true,&quot;type&quot;:&quot;title&quot;,&quot;canOmit&quot;:false}"/>
              <p:cNvSpPr/>
              <p:nvPr/>
            </p:nvSpPr>
            <p:spPr>
              <a:xfrm>
                <a:off x="4401068" y="3136900"/>
                <a:ext cx="3256497" cy="882650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anchor="t" anchorCtr="0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</a:rPr>
                  <a:t>可用性存在短板</a:t>
                </a:r>
                <a:endParaRPr dirty="0">
                  <a:latin typeface="Noto Sans SC" panose="020B0200000000000000" pitchFamily="34" charset="-128"/>
                </a:endParaRPr>
              </a:p>
            </p:txBody>
          </p:sp>
          <p:sp>
            <p:nvSpPr>
              <p:cNvPr id="265" name="文本框 264" descr="{&quot;isTemplate&quot;:true,&quot;type&quot;:&quot;content&quot;,&quot;canOmit&quot;:true}"/>
              <p:cNvSpPr txBox="1"/>
              <p:nvPr/>
            </p:nvSpPr>
            <p:spPr>
              <a:xfrm>
                <a:off x="4401068" y="4019550"/>
                <a:ext cx="3256497" cy="1479550"/>
              </a:xfrm>
              <a:prstGeom prst="rect">
                <a:avLst/>
              </a:prstGeom>
              <a:noFill/>
              <a:ln/>
              <a:effectLst/>
            </p:spPr>
            <p:txBody>
              <a:bodyPr vert="horz" wrap="square" lIns="90043" tIns="46863" rIns="90043" bIns="46863" rtlCol="0" anchor="t" anchorCtr="0"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</a:pPr>
                <a:r>
                  <a:rPr lang="zh-CN" sz="1400" b="0" dirty="0"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WebSocket采用存单机内存模式，发生单点故障时推送服务直接中断，且无法水平扩展负载应对高并发。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266" name="椭圆 265" descr="{&quot;isTemplate&quot;:true,&quot;type&quot;:&quot;serialNumber&quot;}"/>
              <p:cNvSpPr/>
              <p:nvPr/>
            </p:nvSpPr>
            <p:spPr>
              <a:xfrm>
                <a:off x="4401069" y="2407317"/>
                <a:ext cx="540000" cy="540000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/>
              <a:p>
                <a:pPr algn="ctr" defTabSz="913765"/>
                <a:r>
                  <a:rPr lang="en-US" sz="1600" b="1" dirty="0">
                    <a:solidFill>
                      <a:schemeClr val="bg1">
                        <a:alpha val="100000"/>
                      </a:schemeClr>
                    </a:solidFill>
                    <a:latin typeface="Noto Sans SC" panose="020B0200000000000000" pitchFamily="34" charset="-128"/>
                    <a:ea typeface="宋体"/>
                    <a:cs typeface="Arial"/>
                    <a:sym typeface="Arial"/>
                  </a:rPr>
                  <a:t>02</a:t>
                </a:r>
                <a:endParaRPr lang="zh-CN" sz="1600" b="1" dirty="0">
                  <a:solidFill>
                    <a:srgbClr val="FFFFFF">
                      <a:alpha val="100000"/>
                    </a:srgbClr>
                  </a:solidFill>
                  <a:latin typeface="Noto Sans SC" panose="020B0200000000000000" pitchFamily="34" charset="-128"/>
                  <a:ea typeface="宋体"/>
                  <a:cs typeface="Arial"/>
                  <a:sym typeface="Arial"/>
                </a:endParaRPr>
              </a:p>
            </p:txBody>
          </p:sp>
        </p:grpSp>
        <p:grpSp>
          <p:nvGrpSpPr>
            <p:cNvPr id="267" name="组合 266"/>
            <p:cNvGrpSpPr/>
            <p:nvPr/>
          </p:nvGrpSpPr>
          <p:grpSpPr>
            <a:xfrm>
              <a:off x="8070850" y="2196353"/>
              <a:ext cx="3448050" cy="4039347"/>
              <a:chOff x="660400" y="2094753"/>
              <a:chExt cx="3448050" cy="4039347"/>
            </a:xfrm>
          </p:grpSpPr>
          <p:sp>
            <p:nvSpPr>
              <p:cNvPr id="268" name="矩形: 圆角 267"/>
              <p:cNvSpPr/>
              <p:nvPr/>
            </p:nvSpPr>
            <p:spPr>
              <a:xfrm>
                <a:off x="660400" y="2094753"/>
                <a:ext cx="3448050" cy="4039347"/>
              </a:xfrm>
              <a:prstGeom prst="roundRect">
                <a:avLst>
                  <a:gd name="adj" fmla="val 7800"/>
                </a:avLst>
              </a:prstGeom>
              <a:solidFill>
                <a:schemeClr val="bg1">
                  <a:alpha val="90000"/>
                </a:schemeClr>
              </a:solidFill>
              <a:ln w="12700"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dirty="0">
                  <a:latin typeface="Noto Sans SC" panose="020B0200000000000000" pitchFamily="34" charset="-128"/>
                  <a:ea typeface="宋体"/>
                  <a:cs typeface="Arial"/>
                  <a:sym typeface="Arial"/>
                </a:endParaRPr>
              </a:p>
            </p:txBody>
          </p:sp>
          <p:sp>
            <p:nvSpPr>
              <p:cNvPr id="269" name="矩形: 圆角 268" descr="{&quot;isTemplate&quot;:true,&quot;type&quot;:&quot;title&quot;,&quot;canOmit&quot;:false}"/>
              <p:cNvSpPr/>
              <p:nvPr/>
            </p:nvSpPr>
            <p:spPr>
              <a:xfrm>
                <a:off x="709743" y="3136900"/>
                <a:ext cx="3256497" cy="882650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anchor="t" anchorCtr="0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</a:rPr>
                  <a:t>可靠性水平较低</a:t>
                </a:r>
                <a:endParaRPr dirty="0">
                  <a:latin typeface="Noto Sans SC" panose="020B0200000000000000" pitchFamily="34" charset="-128"/>
                </a:endParaRPr>
              </a:p>
            </p:txBody>
          </p:sp>
          <p:sp>
            <p:nvSpPr>
              <p:cNvPr id="270" name="文本框 269" descr="{&quot;isTemplate&quot;:true,&quot;type&quot;:&quot;content&quot;,&quot;canOmit&quot;:true}"/>
              <p:cNvSpPr txBox="1"/>
              <p:nvPr/>
            </p:nvSpPr>
            <p:spPr>
              <a:xfrm>
                <a:off x="709743" y="4019550"/>
                <a:ext cx="3256497" cy="1479550"/>
              </a:xfrm>
              <a:prstGeom prst="rect">
                <a:avLst/>
              </a:prstGeom>
              <a:noFill/>
              <a:ln/>
              <a:effectLst/>
            </p:spPr>
            <p:txBody>
              <a:bodyPr vert="horz" wrap="square" lIns="90043" tIns="46863" rIns="90043" bIns="46863" rtlCol="0" anchor="t" anchorCtr="0"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</a:pPr>
                <a:r>
                  <a:rPr lang="zh-CN" sz="1400" b="0" dirty="0"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进程内延迟任务无内置重试机制，易导致关键业务消息出现静默丢失情况。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271" name="椭圆 270" descr="{&quot;isTemplate&quot;:true,&quot;type&quot;:&quot;serialNumber&quot;}"/>
              <p:cNvSpPr/>
              <p:nvPr/>
            </p:nvSpPr>
            <p:spPr>
              <a:xfrm>
                <a:off x="709744" y="2407317"/>
                <a:ext cx="540000" cy="540000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/>
              <a:p>
                <a:pPr algn="ctr" defTabSz="913765"/>
                <a:r>
                  <a:rPr lang="en-US" sz="1600" b="1" dirty="0">
                    <a:solidFill>
                      <a:schemeClr val="bg1">
                        <a:alpha val="100000"/>
                      </a:schemeClr>
                    </a:solidFill>
                    <a:latin typeface="Noto Sans SC" panose="020B0200000000000000" pitchFamily="34" charset="-128"/>
                    <a:ea typeface="宋体"/>
                    <a:cs typeface="Arial"/>
                    <a:sym typeface="Arial"/>
                  </a:rPr>
                  <a:t>03</a:t>
                </a:r>
                <a:endParaRPr lang="zh-CN" sz="1600" b="1" dirty="0">
                  <a:solidFill>
                    <a:srgbClr val="FFFFFF">
                      <a:alpha val="100000"/>
                    </a:srgbClr>
                  </a:solidFill>
                  <a:latin typeface="Noto Sans SC" panose="020B0200000000000000" pitchFamily="34" charset="-128"/>
                  <a:ea typeface="宋体"/>
                  <a:cs typeface="Arial"/>
                  <a:sym typeface="Arial"/>
                </a:endParaRPr>
              </a:p>
            </p:txBody>
          </p:sp>
        </p:grpSp>
      </p:grpSp>
      <p:sp>
        <p:nvSpPr>
          <p:cNvPr id="272" name="文本框 271" descr="{&quot;isTemplate&quot;:true,&quot;type&quot;:&quot;title&quot;,&quot;canOmit&quot;:false,&quot;range&quot;:0}"/>
          <p:cNvSpPr txBox="1"/>
          <p:nvPr/>
        </p:nvSpPr>
        <p:spPr>
          <a:xfrm>
            <a:off x="666750" y="429111"/>
            <a:ext cx="10852150" cy="599589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sz="2800" b="1" dirty="0">
                <a:latin typeface="Noto Sans SC" panose="020B0200000000000000" pitchFamily="34" charset="-128"/>
                <a:ea typeface="Noto Sans SC" panose="020B0200000000000000" pitchFamily="34" charset="-128"/>
              </a:rPr>
              <a:t>02 单体架构四大痛点分析</a:t>
            </a:r>
            <a:endParaRPr lang="en-US" sz="2800" b="1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84;p13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58342"/>
            <a:ext cx="4898528" cy="2813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85;p13" descr="image.png"/>
          <p:cNvPicPr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21822" y="2392709"/>
            <a:ext cx="4898677" cy="2944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86;p13" descr="image.png"/>
          <p:cNvPicPr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87;p13"/>
          <p:cNvSpPr txBox="1"/>
          <p:nvPr/>
        </p:nvSpPr>
        <p:spPr>
          <a:xfrm>
            <a:off x="762000" y="666750"/>
            <a:ext cx="114046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19958"/>
              </a:lnSpc>
              <a:buNone/>
            </a:pP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分布式化的核心挑战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78" name="Google Shape;88;p13"/>
          <p:cNvSpPr/>
          <p:nvPr/>
        </p:nvSpPr>
        <p:spPr>
          <a:xfrm>
            <a:off x="571500" y="666750"/>
            <a:ext cx="76200" cy="36567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90;p13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39500" y="85725"/>
            <a:ext cx="571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91;p13"/>
          <p:cNvSpPr txBox="1"/>
          <p:nvPr/>
        </p:nvSpPr>
        <p:spPr>
          <a:xfrm>
            <a:off x="571500" y="5623321"/>
            <a:ext cx="11049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lvl="0" indent="0" algn="ctr">
              <a:lnSpc>
                <a:spcPct val="160000"/>
              </a:lnSpc>
              <a:buNone/>
            </a:pPr>
            <a:r>
              <a:rPr lang="en-US" sz="16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</a:t>
            </a:r>
            <a:r>
              <a:rPr lang="en-US" sz="16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6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消息一致性是重中之重（防止发布</a:t>
            </a:r>
            <a:r>
              <a:rPr lang="en-US" sz="16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6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消费丢失与无兜底</a:t>
            </a:r>
            <a:r>
              <a:rPr lang="en-US" sz="16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81" name="Google Shape;92;p13"/>
          <p:cNvSpPr txBox="1"/>
          <p:nvPr/>
        </p:nvSpPr>
        <p:spPr>
          <a:xfrm>
            <a:off x="381000" y="6577012"/>
            <a:ext cx="1631950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05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MedicalAssistant</a:t>
            </a:r>
            <a:r>
              <a:rPr lang="en-US" sz="105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05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关键重构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82" name="Google Shape;93;p13"/>
          <p:cNvSpPr txBox="1"/>
          <p:nvPr/>
        </p:nvSpPr>
        <p:spPr>
          <a:xfrm>
            <a:off x="11477625" y="6577012"/>
            <a:ext cx="584200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05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7 / 16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283" name="Google Shape;94;p13" descr="image.png"/>
          <p:cNvPicPr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43300" y="1817489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95;p13"/>
          <p:cNvSpPr txBox="1"/>
          <p:nvPr/>
        </p:nvSpPr>
        <p:spPr>
          <a:xfrm>
            <a:off x="3848100" y="1750814"/>
            <a:ext cx="20574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lnSpc>
                <a:spcPct val="159944"/>
              </a:lnSpc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1800" b="1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拆分不是免费的</a:t>
            </a:r>
            <a:r>
              <a:rPr lang="en-US" sz="1800" b="1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285" name="Google Shape;96;p13" descr="image.png"/>
          <p:cNvPicPr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82676" y="574925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97;p13"/>
          <p:cNvSpPr txBox="1"/>
          <p:nvPr/>
        </p:nvSpPr>
        <p:spPr>
          <a:xfrm>
            <a:off x="828675" y="2715517"/>
            <a:ext cx="438785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lnSpc>
                <a:spcPct val="159944"/>
              </a:lnSpc>
              <a:buNone/>
            </a:pPr>
            <a:r>
              <a:rPr lang="en-US" sz="1800" b="1" i="0" u="none" strike="noStrike" dirty="0" err="1">
                <a:solidFill>
                  <a:schemeClr val="tx1">
                    <a:lumMod val="75000"/>
                    <a:lumOff val="2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单体旧惯例</a:t>
            </a:r>
            <a:r>
              <a:rPr lang="en-US" sz="1800" b="1" i="0" u="none" strike="noStrike" dirty="0">
                <a:solidFill>
                  <a:schemeClr val="tx1">
                    <a:lumMod val="75000"/>
                    <a:lumOff val="2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(Local)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287" name="Google Shape;98;p13" descr="image.png"/>
          <p:cNvPicPr/>
          <p:nvPr/>
        </p:nvPicPr>
        <p:blipFill rotWithShape="1">
          <a:blip r:embed="rId9">
            <a:alphaModFix/>
          </a:blip>
          <a:srcRect b="45824"/>
          <a:stretch>
            <a:fillRect/>
          </a:stretch>
        </p:blipFill>
        <p:spPr>
          <a:xfrm>
            <a:off x="5929163" y="3674566"/>
            <a:ext cx="333375" cy="20641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99;p13"/>
          <p:cNvSpPr txBox="1"/>
          <p:nvPr/>
        </p:nvSpPr>
        <p:spPr>
          <a:xfrm>
            <a:off x="6978997" y="2649884"/>
            <a:ext cx="438785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lnSpc>
                <a:spcPct val="159944"/>
              </a:lnSpc>
              <a:buNone/>
            </a:pP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分布式新约束</a:t>
            </a:r>
            <a:r>
              <a:rPr lang="en-US" sz="18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(Remote)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89" name="Google Shape;100;p13"/>
          <p:cNvSpPr txBox="1"/>
          <p:nvPr/>
        </p:nvSpPr>
        <p:spPr>
          <a:xfrm>
            <a:off x="1162050" y="3224063"/>
            <a:ext cx="405130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进程内事件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(Guava/Spring)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90" name="Google Shape;101;p13"/>
          <p:cNvSpPr txBox="1"/>
          <p:nvPr/>
        </p:nvSpPr>
        <p:spPr>
          <a:xfrm>
            <a:off x="1162050" y="3671738"/>
            <a:ext cx="405130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本机内存状态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(Session/WS)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91" name="Google Shape;102;p13"/>
          <p:cNvSpPr txBox="1"/>
          <p:nvPr/>
        </p:nvSpPr>
        <p:spPr>
          <a:xfrm>
            <a:off x="1162050" y="4119413"/>
            <a:ext cx="405130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本机定时任务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(Timer/Quartz)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92" name="Google Shape;103;p13"/>
          <p:cNvSpPr txBox="1"/>
          <p:nvPr/>
        </p:nvSpPr>
        <p:spPr>
          <a:xfrm>
            <a:off x="1162050" y="4567088"/>
            <a:ext cx="405130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本地事务与缓存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无脑强一致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93" name="Google Shape;104;p13"/>
          <p:cNvSpPr txBox="1"/>
          <p:nvPr/>
        </p:nvSpPr>
        <p:spPr>
          <a:xfrm>
            <a:off x="7312372" y="3158430"/>
            <a:ext cx="40513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Clr>
                <a:srgbClr val="000000">
                  <a:alpha val="100000"/>
                </a:srgbClr>
              </a:buClr>
              <a:buFont typeface="Arial"/>
              <a:buNone/>
            </a:pP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需可靠消息中间件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en-US" sz="1500" b="0" i="0" u="none" strike="noStrike" dirty="0">
                <a:solidFill>
                  <a:schemeClr val="accent3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RabbitMQ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94" name="Google Shape;105;p13"/>
          <p:cNvSpPr txBox="1"/>
          <p:nvPr/>
        </p:nvSpPr>
        <p:spPr>
          <a:xfrm>
            <a:off x="7312372" y="3649860"/>
            <a:ext cx="40513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Clr>
                <a:srgbClr val="000000">
                  <a:alpha val="100000"/>
                </a:srgbClr>
              </a:buClr>
              <a:buFont typeface="Arial"/>
              <a:buNone/>
            </a:pP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状态需迁移至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Redis </a:t>
            </a:r>
            <a:r>
              <a:rPr lang="zh-CN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分布式缓存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95" name="Google Shape;106;p13"/>
          <p:cNvSpPr txBox="1"/>
          <p:nvPr/>
        </p:nvSpPr>
        <p:spPr>
          <a:xfrm>
            <a:off x="7312372" y="4141291"/>
            <a:ext cx="40513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Clr>
                <a:srgbClr val="000000">
                  <a:alpha val="100000"/>
                </a:srgbClr>
              </a:buClr>
              <a:buFont typeface="Arial"/>
              <a:buNone/>
            </a:pP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需调度器</a:t>
            </a:r>
            <a:r>
              <a:rPr lang="zh-CN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和分布式缓存协作，可靠执行任务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96" name="Google Shape;107;p13"/>
          <p:cNvSpPr txBox="1"/>
          <p:nvPr/>
        </p:nvSpPr>
        <p:spPr>
          <a:xfrm>
            <a:off x="7312372" y="4632721"/>
            <a:ext cx="40513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需保障幂等与最终一致性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297" name="Google Shape;110;p13" descr="image.png"/>
          <p:cNvPicPr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8675" y="322406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111;p13" descr="image.png"/>
          <p:cNvPicPr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8675" y="367173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112;p13" descr="image.png"/>
          <p:cNvPicPr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8675" y="411941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113;p13" descr="image.png"/>
          <p:cNvPicPr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8675" y="456708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114;p13" descr="image.png"/>
          <p:cNvPicPr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78997" y="31584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115;p13" descr="image.png"/>
          <p:cNvPicPr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78997" y="364986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117;p13" descr="image.png"/>
          <p:cNvPicPr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78997" y="414129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119;p13" descr="image.png"/>
          <p:cNvPicPr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78997" y="463272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213;p18"/>
          <p:cNvSpPr txBox="1"/>
          <p:nvPr/>
        </p:nvSpPr>
        <p:spPr>
          <a:xfrm>
            <a:off x="381000" y="209549"/>
            <a:ext cx="12446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问题分析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06" name="Google Shape;277;p20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233;p19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6715" y="4003793"/>
            <a:ext cx="2301478" cy="2301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234;p19" descr="image.png"/>
          <p:cNvPicPr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76850" y="4591050"/>
            <a:ext cx="63436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235;p19" descr="image.png"/>
          <p:cNvPicPr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3579" y="4310657"/>
            <a:ext cx="1687750" cy="168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236;p19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237;p19"/>
          <p:cNvSpPr txBox="1"/>
          <p:nvPr/>
        </p:nvSpPr>
        <p:spPr>
          <a:xfrm>
            <a:off x="762000" y="762000"/>
            <a:ext cx="114046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19958"/>
              </a:lnSpc>
              <a:buNone/>
            </a:pP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</a:t>
            </a:r>
            <a:r>
              <a:rPr lang="en-US" sz="24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/ RAG </a:t>
            </a: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链路瓶颈分析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13" name="Google Shape;238;p19"/>
          <p:cNvSpPr/>
          <p:nvPr/>
        </p:nvSpPr>
        <p:spPr>
          <a:xfrm>
            <a:off x="571500" y="762000"/>
            <a:ext cx="95250" cy="36567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239;p19"/>
          <p:cNvSpPr txBox="1"/>
          <p:nvPr/>
        </p:nvSpPr>
        <p:spPr>
          <a:xfrm>
            <a:off x="381000" y="20955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问题分析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15" name="Google Shape;241;p19"/>
          <p:cNvSpPr txBox="1"/>
          <p:nvPr/>
        </p:nvSpPr>
        <p:spPr>
          <a:xfrm>
            <a:off x="5610225" y="2740223"/>
            <a:ext cx="60134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1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链路重度依赖：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LLM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调用占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Chat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总耗时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90%+（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真实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API 17s vs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本地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1.3s）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16" name="Google Shape;242;p19"/>
          <p:cNvSpPr txBox="1"/>
          <p:nvPr/>
        </p:nvSpPr>
        <p:spPr>
          <a:xfrm>
            <a:off x="5610225" y="3416498"/>
            <a:ext cx="6013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1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隐藏并发</a:t>
            </a:r>
            <a:r>
              <a:rPr lang="en-US" sz="1500" b="1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1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Bug：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Flask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异步端点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同步阻塞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SDK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导致并发被迫串行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17" name="Google Shape;243;p19"/>
          <p:cNvSpPr txBox="1"/>
          <p:nvPr/>
        </p:nvSpPr>
        <p:spPr>
          <a:xfrm>
            <a:off x="5610225" y="3826073"/>
            <a:ext cx="60134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1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缓存误导：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原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Benchmark 命中缓存（5ms），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掩盖了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Flask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的卡死缺陷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18" name="Google Shape;244;p19"/>
          <p:cNvSpPr txBox="1"/>
          <p:nvPr/>
        </p:nvSpPr>
        <p:spPr>
          <a:xfrm>
            <a:off x="5657849" y="4781550"/>
            <a:ext cx="5918200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60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结论：分层压测是发现长链路隐蔽缺陷的唯一手段</a:t>
            </a:r>
            <a:endParaRPr sz="160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319" name="Google Shape;245;p19" descr="image.png"/>
          <p:cNvPicPr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87638" y="4765477"/>
            <a:ext cx="173290" cy="2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247;p19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248;p19" descr="image.png"/>
          <p:cNvPicPr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76850" y="2797057"/>
            <a:ext cx="20284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249;p19" descr="image.png"/>
          <p:cNvPicPr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76850" y="3473332"/>
            <a:ext cx="20284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250;p19" descr="image.png"/>
          <p:cNvPicPr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76850" y="3882907"/>
            <a:ext cx="20284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620ED22-6160-F2B3-B649-92571C5E7F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035" y="1312782"/>
            <a:ext cx="4906244" cy="2678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124;p14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31751"/>
            <a:ext cx="5381625" cy="4436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125;p14" descr="image.png"/>
          <p:cNvPicPr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631751"/>
            <a:ext cx="5381625" cy="4436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126;p14" descr="image.png"/>
          <p:cNvPicPr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127;p14"/>
          <p:cNvSpPr txBox="1"/>
          <p:nvPr/>
        </p:nvSpPr>
        <p:spPr>
          <a:xfrm>
            <a:off x="762000" y="666750"/>
            <a:ext cx="114046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19958"/>
              </a:lnSpc>
              <a:buNone/>
            </a:pPr>
            <a:r>
              <a:rPr lang="en-US" sz="24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有理有据</a:t>
            </a:r>
            <a:r>
              <a:rPr lang="en-US" sz="24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”：</a:t>
            </a: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架构拆分依据与技术取舍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29" name="Google Shape;128;p14"/>
          <p:cNvSpPr/>
          <p:nvPr/>
        </p:nvSpPr>
        <p:spPr>
          <a:xfrm>
            <a:off x="571500" y="666750"/>
            <a:ext cx="76200" cy="36567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131;p14"/>
          <p:cNvSpPr txBox="1"/>
          <p:nvPr/>
        </p:nvSpPr>
        <p:spPr>
          <a:xfrm>
            <a:off x="381000" y="6577012"/>
            <a:ext cx="1631950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05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MedicalAssistant</a:t>
            </a:r>
            <a:r>
              <a:rPr lang="en-US" sz="105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05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关键重构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31" name="Google Shape;132;p14"/>
          <p:cNvSpPr txBox="1"/>
          <p:nvPr/>
        </p:nvSpPr>
        <p:spPr>
          <a:xfrm>
            <a:off x="11477625" y="6577012"/>
            <a:ext cx="508000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05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9 / 16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32" name="Google Shape;133;p14"/>
          <p:cNvSpPr txBox="1"/>
          <p:nvPr/>
        </p:nvSpPr>
        <p:spPr>
          <a:xfrm>
            <a:off x="819150" y="1879401"/>
            <a:ext cx="48895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lvl="0" indent="0" algn="ctr">
              <a:lnSpc>
                <a:spcPct val="159944"/>
              </a:lnSpc>
              <a:buNone/>
            </a:pP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边界划分原则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33" name="Google Shape;134;p14"/>
          <p:cNvSpPr txBox="1"/>
          <p:nvPr/>
        </p:nvSpPr>
        <p:spPr>
          <a:xfrm>
            <a:off x="6486525" y="1879401"/>
            <a:ext cx="48895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lvl="0" indent="0" algn="ctr">
              <a:lnSpc>
                <a:spcPct val="159944"/>
              </a:lnSpc>
              <a:buNone/>
            </a:pPr>
            <a:r>
              <a:rPr lang="en-US" sz="1800" b="1" i="0" u="none" strike="noStrike" dirty="0" err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选型做减法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34" name="Google Shape;135;p14"/>
          <p:cNvSpPr/>
          <p:nvPr/>
        </p:nvSpPr>
        <p:spPr>
          <a:xfrm>
            <a:off x="6486525" y="2387948"/>
            <a:ext cx="4886325" cy="3009452"/>
          </a:xfrm>
          <a:prstGeom prst="roundRect">
            <a:avLst>
              <a:gd name="adj" fmla="val 0"/>
            </a:avLst>
          </a:prstGeom>
          <a:solidFill>
            <a:schemeClr val="bg1">
              <a:alpha val="100000"/>
            </a:schemeClr>
          </a:solidFill>
          <a:ln w="9525" cap="flat" cmpd="sng">
            <a:solidFill>
              <a:schemeClr val="accent1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5" name="Google Shape;136;p14"/>
          <p:cNvGraphicFramePr/>
          <p:nvPr>
            <p:extLst>
              <p:ext uri="{D42A27DB-BD31-4B8C-83A1-F6EECF244321}">
                <p14:modId xmlns:p14="http://schemas.microsoft.com/office/powerpoint/2010/main" val="3636704390"/>
              </p:ext>
            </p:extLst>
          </p:nvPr>
        </p:nvGraphicFramePr>
        <p:xfrm>
          <a:off x="6486525" y="2387947"/>
          <a:ext cx="4886325" cy="27461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68652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350" b="1" i="0" u="none" strike="noStrike" dirty="0" err="1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7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350" b="1" i="0" u="none" strike="noStrike" dirty="0" err="1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为什么不用</a:t>
                      </a:r>
                      <a:r>
                        <a:rPr lang="en-US" sz="1350" b="1" i="0" u="none" strike="noStrike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？ (</a:t>
                      </a:r>
                      <a:r>
                        <a:rPr lang="en-US" sz="1350" b="1" i="0" u="none" strike="noStrike" dirty="0" err="1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方案判断力</a:t>
                      </a:r>
                      <a:r>
                        <a:rPr lang="en-US" sz="1350" b="1" i="0" u="none" strike="noStrike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)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75000"/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8652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350" b="1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Nacos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模块化单体下</a:t>
                      </a:r>
                      <a:r>
                        <a:rPr lang="en-US" sz="1350" b="0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Nginx </a:t>
                      </a: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静态路由足够，降低运维复杂度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8652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350" b="1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分库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当前数据量无需分库，避免跨库查询难度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8652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350" b="1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OpenFeign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保留直接调用，性能更优，</a:t>
                      </a:r>
                      <a:r>
                        <a:rPr lang="en-US" sz="1350" b="0" i="0" u="none" strike="noStrike" dirty="0" err="1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调试极简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pic>
        <p:nvPicPr>
          <p:cNvPr id="336" name="Google Shape;137;p14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87941" y="2030638"/>
            <a:ext cx="148697" cy="16993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138;p14"/>
          <p:cNvSpPr txBox="1"/>
          <p:nvPr/>
        </p:nvSpPr>
        <p:spPr>
          <a:xfrm>
            <a:off x="1152525" y="2387947"/>
            <a:ext cx="4552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50000"/>
              </a:lnSpc>
              <a:buNone/>
            </a:pPr>
            <a:r>
              <a:rPr lang="en-US" sz="1500" b="1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隔离核心业务：</a:t>
            </a: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登录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健康不被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AI/PDF </a:t>
            </a:r>
            <a:r>
              <a:rPr lang="en-US" sz="1500" b="0" i="0" u="none" strike="noStrike" dirty="0" err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慢调用</a:t>
            </a: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拖慢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38" name="Google Shape;139;p14"/>
          <p:cNvSpPr txBox="1"/>
          <p:nvPr/>
        </p:nvSpPr>
        <p:spPr>
          <a:xfrm>
            <a:off x="1152525" y="2816572"/>
            <a:ext cx="4552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500" b="1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 </a:t>
            </a:r>
            <a:r>
              <a:rPr lang="zh-CN" sz="1500" b="1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服务</a:t>
            </a:r>
            <a:r>
              <a:rPr lang="en-US" sz="1500" b="1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单独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>
                <a:solidFill>
                  <a:schemeClr val="accent3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notification-service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模块维护，配合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RabbitMQ </a:t>
            </a:r>
            <a:r>
              <a:rPr lang="zh-CN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幂等性处理消息、消息处理重试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39" name="Google Shape;140;p14"/>
          <p:cNvSpPr txBox="1"/>
          <p:nvPr/>
        </p:nvSpPr>
        <p:spPr>
          <a:xfrm>
            <a:off x="1152525" y="3707173"/>
            <a:ext cx="4552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500" b="1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延迟任务集中：</a:t>
            </a: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仅由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>
                <a:solidFill>
                  <a:schemeClr val="accent3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schedule-service</a:t>
            </a:r>
            <a:r>
              <a:rPr lang="en-US" sz="15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消费</a:t>
            </a:r>
            <a:endParaRPr sz="1400" b="0" i="0" u="none" strike="noStrike" dirty="0">
              <a:solidFill>
                <a:srgbClr val="000000">
                  <a:alpha val="100000"/>
                </a:srgbClr>
              </a:solidFill>
              <a:latin typeface="Noto Sans SC" panose="020B0200000000000000" pitchFamily="34" charset="-128"/>
              <a:ea typeface="Noto Sans SC" panose="020B0200000000000000" pitchFamily="34" charset="-128"/>
              <a:sym typeface="Arial"/>
            </a:endParaRPr>
          </a:p>
        </p:txBody>
      </p:sp>
      <p:sp>
        <p:nvSpPr>
          <p:cNvPr id="340" name="Google Shape;141;p14"/>
          <p:cNvSpPr txBox="1"/>
          <p:nvPr/>
        </p:nvSpPr>
        <p:spPr>
          <a:xfrm>
            <a:off x="1152525" y="4164373"/>
            <a:ext cx="4552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50000"/>
              </a:lnSpc>
              <a:buNone/>
            </a:pPr>
            <a:r>
              <a:rPr lang="en-US" sz="1500" b="1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Service </a:t>
            </a:r>
            <a:r>
              <a:rPr lang="en-US" sz="1500" b="1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职责：</a:t>
            </a:r>
            <a:r>
              <a:rPr lang="en-US" sz="150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仅发布事件，不做复杂副作用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341" name="Google Shape;142;p14" descr="image.png"/>
          <p:cNvPicPr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8173242" y="2080017"/>
            <a:ext cx="120560" cy="12056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145;p14"/>
          <p:cNvSpPr/>
          <p:nvPr/>
        </p:nvSpPr>
        <p:spPr>
          <a:xfrm>
            <a:off x="6486525" y="3823245"/>
            <a:ext cx="1209675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146;p14"/>
          <p:cNvSpPr/>
          <p:nvPr/>
        </p:nvSpPr>
        <p:spPr>
          <a:xfrm>
            <a:off x="6486525" y="4667101"/>
            <a:ext cx="1209675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147;p14"/>
          <p:cNvSpPr/>
          <p:nvPr/>
        </p:nvSpPr>
        <p:spPr>
          <a:xfrm>
            <a:off x="7696200" y="4667101"/>
            <a:ext cx="367665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148;p14"/>
          <p:cNvSpPr/>
          <p:nvPr/>
        </p:nvSpPr>
        <p:spPr>
          <a:xfrm>
            <a:off x="6486525" y="5236666"/>
            <a:ext cx="1209675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149;p14"/>
          <p:cNvSpPr/>
          <p:nvPr/>
        </p:nvSpPr>
        <p:spPr>
          <a:xfrm>
            <a:off x="6486525" y="5806231"/>
            <a:ext cx="1209675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150;p14"/>
          <p:cNvSpPr/>
          <p:nvPr/>
        </p:nvSpPr>
        <p:spPr>
          <a:xfrm>
            <a:off x="7696200" y="5806231"/>
            <a:ext cx="367665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152;p14" descr="image.png"/>
          <p:cNvPicPr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2471538"/>
            <a:ext cx="190500" cy="200025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</p:pic>
      <p:pic>
        <p:nvPicPr>
          <p:cNvPr id="349" name="Google Shape;153;p14" descr="image.png"/>
          <p:cNvPicPr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2900163"/>
            <a:ext cx="190500" cy="200025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</p:pic>
      <p:pic>
        <p:nvPicPr>
          <p:cNvPr id="350" name="Google Shape;154;p14" descr="image.png"/>
          <p:cNvPicPr/>
          <p:nvPr/>
        </p:nvPicPr>
        <p:blipFill rotWithShape="1">
          <a:blip r:embed="rId8">
            <a:alphaModFix/>
          </a:blip>
          <a:srcRect/>
          <a:stretch>
            <a:fillRect/>
          </a:stretch>
        </p:blipFill>
        <p:spPr>
          <a:xfrm>
            <a:off x="819150" y="3790764"/>
            <a:ext cx="190500" cy="200025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</p:pic>
      <p:pic>
        <p:nvPicPr>
          <p:cNvPr id="351" name="Google Shape;155;p14" descr="image.png"/>
          <p:cNvPicPr/>
          <p:nvPr/>
        </p:nvPicPr>
        <p:blipFill rotWithShape="1">
          <a:blip r:embed="rId8">
            <a:alphaModFix/>
          </a:blip>
          <a:srcRect/>
          <a:stretch>
            <a:fillRect/>
          </a:stretch>
        </p:blipFill>
        <p:spPr>
          <a:xfrm>
            <a:off x="819150" y="4247964"/>
            <a:ext cx="190500" cy="200025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</p:pic>
      <p:sp>
        <p:nvSpPr>
          <p:cNvPr id="352" name="Google Shape;156;p14"/>
          <p:cNvSpPr/>
          <p:nvPr/>
        </p:nvSpPr>
        <p:spPr>
          <a:xfrm>
            <a:off x="7696200" y="3823245"/>
            <a:ext cx="367665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157;p14"/>
          <p:cNvSpPr/>
          <p:nvPr/>
        </p:nvSpPr>
        <p:spPr>
          <a:xfrm>
            <a:off x="7696200" y="5236666"/>
            <a:ext cx="367665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262;p20"/>
          <p:cNvSpPr txBox="1"/>
          <p:nvPr/>
        </p:nvSpPr>
        <p:spPr>
          <a:xfrm>
            <a:off x="381000" y="209550"/>
            <a:ext cx="1270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技术方案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55" name="Google Shape;277;p20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6e2b4d86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666750" y="1350740"/>
            <a:ext cx="5686595" cy="4766120"/>
            <a:chOff x="666750" y="1350740"/>
            <a:chExt cx="5686595" cy="4766120"/>
          </a:xfrm>
        </p:grpSpPr>
        <p:sp>
          <p:nvSpPr>
            <p:cNvPr id="18" name="六边形 80" descr="{&quot;isTemplate&quot;:true,&quot;type&quot;:&quot;image&quot;}"/>
            <p:cNvSpPr/>
            <p:nvPr/>
          </p:nvSpPr>
          <p:spPr>
            <a:xfrm>
              <a:off x="946708" y="1350740"/>
              <a:ext cx="5406637" cy="4660894"/>
            </a:xfrm>
            <a:prstGeom prst="hexagon">
              <a:avLst/>
            </a:prstGeom>
            <a:blipFill>
              <a:blip r:embed="rId2"/>
              <a:srcRect l="36449" r="36449"/>
              <a:tile sx="556059" sy="556059" flip="none" algn="ctr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dirty="0">
                <a:latin typeface="Noto Sans SC" panose="020B0200000000000000" pitchFamily="34" charset="-128"/>
              </a:endParaRPr>
            </a:p>
          </p:txBody>
        </p:sp>
        <p:sp>
          <p:nvSpPr>
            <p:cNvPr id="19" name="六边形 81"/>
            <p:cNvSpPr/>
            <p:nvPr/>
          </p:nvSpPr>
          <p:spPr>
            <a:xfrm>
              <a:off x="666750" y="1455966"/>
              <a:ext cx="5406637" cy="4660894"/>
            </a:xfrm>
            <a:prstGeom prst="hexagon">
              <a:avLst/>
            </a:prstGeom>
            <a:gradFill flip="none" rotWithShape="1">
              <a:gsLst>
                <a:gs pos="16000">
                  <a:schemeClr val="accent1">
                    <a:alpha val="20000"/>
                  </a:schemeClr>
                </a:gs>
                <a:gs pos="95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Noto Sans SC" panose="020B0200000000000000" pitchFamily="34" charset="-128"/>
              </a:endParaRPr>
            </a:p>
          </p:txBody>
        </p:sp>
      </p:grpSp>
      <p:grpSp>
        <p:nvGrpSpPr>
          <p:cNvPr id="20" name="组合 19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07345" y="1231900"/>
            <a:ext cx="4911555" cy="5003800"/>
            <a:chOff x="6607345" y="1231900"/>
            <a:chExt cx="4911555" cy="5003800"/>
          </a:xfrm>
        </p:grpSpPr>
        <p:grpSp>
          <p:nvGrpSpPr>
            <p:cNvPr id="21" name="组合 20"/>
            <p:cNvGrpSpPr/>
            <p:nvPr/>
          </p:nvGrpSpPr>
          <p:grpSpPr>
            <a:xfrm>
              <a:off x="6607345" y="1231900"/>
              <a:ext cx="4911555" cy="1498600"/>
              <a:chOff x="6457346" y="1231900"/>
              <a:chExt cx="4911555" cy="1498600"/>
            </a:xfrm>
          </p:grpSpPr>
          <p:sp>
            <p:nvSpPr>
              <p:cNvPr id="22" name="矩形 21" descr="{&quot;isTemplate&quot;:true,&quot;type&quot;:&quot;title&quot;,&quot;canOmit&quot;:false}"/>
              <p:cNvSpPr/>
              <p:nvPr/>
            </p:nvSpPr>
            <p:spPr>
              <a:xfrm>
                <a:off x="6457346" y="1231900"/>
                <a:ext cx="4911555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发布确认机制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23" name="矩形 22" descr="{&quot;isTemplate&quot;:true,&quot;type&quot;:&quot;content&quot;,&quot;canOmit&quot;:true}"/>
              <p:cNvSpPr/>
              <p:nvPr/>
            </p:nvSpPr>
            <p:spPr>
              <a:xfrm>
                <a:off x="6457346" y="1720850"/>
                <a:ext cx="4911555" cy="10096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采用Publisher Confirm与Returns机制，保障消息成功送达交换机与队列，投递成功率可提升至99.9%以上。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6607345" y="2984500"/>
              <a:ext cx="4911555" cy="1498600"/>
              <a:chOff x="8164858" y="1231900"/>
              <a:chExt cx="4911555" cy="1498600"/>
            </a:xfrm>
          </p:grpSpPr>
          <p:sp>
            <p:nvSpPr>
              <p:cNvPr id="25" name="矩形 24" descr="{&quot;isTemplate&quot;:true,&quot;type&quot;:&quot;title&quot;,&quot;canOmit&quot;:false}"/>
              <p:cNvSpPr/>
              <p:nvPr/>
            </p:nvSpPr>
            <p:spPr>
              <a:xfrm>
                <a:off x="8164858" y="1231900"/>
                <a:ext cx="4911555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消费确认模式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26" name="矩形 25" descr="{&quot;isTemplate&quot;:true,&quot;type&quot;:&quot;content&quot;,&quot;canOmit&quot;:true}"/>
              <p:cNvSpPr/>
              <p:nvPr/>
            </p:nvSpPr>
            <p:spPr>
              <a:xfrm>
                <a:off x="8164858" y="1720850"/>
                <a:ext cx="4911555" cy="10096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启用Consumer Manual ACK模式，待业务逻辑执行完成后再进行消息应答，避免消息丢失问题。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607345" y="4737100"/>
              <a:ext cx="4911555" cy="1498600"/>
              <a:chOff x="6457346" y="1231900"/>
              <a:chExt cx="4911555" cy="1498600"/>
            </a:xfrm>
          </p:grpSpPr>
          <p:sp>
            <p:nvSpPr>
              <p:cNvPr id="28" name="矩形 27" descr="{&quot;isTemplate&quot;:true,&quot;type&quot;:&quot;title&quot;,&quot;canOmit&quot;:false}"/>
              <p:cNvSpPr/>
              <p:nvPr/>
            </p:nvSpPr>
            <p:spPr>
              <a:xfrm>
                <a:off x="6457346" y="1231900"/>
                <a:ext cx="4911555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死信兜底方案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  <p:sp>
            <p:nvSpPr>
              <p:cNvPr id="29" name="矩形 28" descr="{&quot;isTemplate&quot;:true,&quot;type&quot;:&quot;content&quot;,&quot;canOmit&quot;:true}"/>
              <p:cNvSpPr/>
              <p:nvPr/>
            </p:nvSpPr>
            <p:spPr>
              <a:xfrm>
                <a:off x="6457346" y="1720850"/>
                <a:ext cx="4911555" cy="10096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i="0" u="none" strike="noStrike" spc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</a:rPr>
                  <a:t>配置DLQ死信队列，消息重试3次耗尽后自动入队，支持后续人工追溯核查异常消息。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</p:grpSp>
      </p:grpSp>
      <p:pic>
        <p:nvPicPr>
          <p:cNvPr id="30" name="Google Shape;264;p20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13188" y="2499206"/>
            <a:ext cx="3873500" cy="23639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文本框 30" descr="{&quot;isTemplate&quot;:true,&quot;type&quot;:&quot;title&quot;,&quot;canOmit&quot;:false,&quot;range&quot;:0}"/>
          <p:cNvSpPr txBox="1"/>
          <p:nvPr/>
        </p:nvSpPr>
        <p:spPr>
          <a:xfrm>
            <a:off x="788449" y="684819"/>
            <a:ext cx="10852150" cy="528031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/>
          <a:p>
            <a:pPr marL="0" lvl="0"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事件消息执行三重保障</a:t>
            </a:r>
            <a:r>
              <a:rPr lang="en-US" sz="24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sz="1400" b="0" i="0" u="none" strike="noStrike" dirty="0">
              <a:solidFill>
                <a:srgbClr val="000000">
                  <a:alpha val="100000"/>
                </a:srgbClr>
              </a:solidFill>
              <a:latin typeface="Noto Sans SC" panose="020B0200000000000000" pitchFamily="34" charset="-128"/>
              <a:ea typeface="Noto Sans SC" panose="020B0200000000000000" pitchFamily="34" charset="-128"/>
              <a:sym typeface="Arial"/>
            </a:endParaRPr>
          </a:p>
        </p:txBody>
      </p:sp>
      <p:sp>
        <p:nvSpPr>
          <p:cNvPr id="32" name="Google Shape;128;p14"/>
          <p:cNvSpPr/>
          <p:nvPr/>
        </p:nvSpPr>
        <p:spPr>
          <a:xfrm>
            <a:off x="571500" y="666750"/>
            <a:ext cx="76200" cy="36567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262;p20"/>
          <p:cNvSpPr txBox="1"/>
          <p:nvPr/>
        </p:nvSpPr>
        <p:spPr>
          <a:xfrm>
            <a:off x="381000" y="209550"/>
            <a:ext cx="1270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技术方案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4" name="Google Shape;277;p20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282;p21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283;p21"/>
          <p:cNvSpPr txBox="1"/>
          <p:nvPr/>
        </p:nvSpPr>
        <p:spPr>
          <a:xfrm>
            <a:off x="762000" y="762000"/>
            <a:ext cx="114046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19958"/>
              </a:lnSpc>
              <a:buClr>
                <a:srgbClr val="000000">
                  <a:alpha val="100000"/>
                </a:srgbClr>
              </a:buClr>
              <a:buFont typeface="Arial"/>
              <a:buNone/>
            </a:pP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分布式延迟任务可靠性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8" name="Google Shape;284;p21"/>
          <p:cNvSpPr/>
          <p:nvPr/>
        </p:nvSpPr>
        <p:spPr>
          <a:xfrm>
            <a:off x="571500" y="762000"/>
            <a:ext cx="95250" cy="36567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285;p21"/>
          <p:cNvSpPr txBox="1"/>
          <p:nvPr/>
        </p:nvSpPr>
        <p:spPr>
          <a:xfrm>
            <a:off x="381000" y="209550"/>
            <a:ext cx="13144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技术方案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40" name="Google Shape;287;p21"/>
          <p:cNvSpPr/>
          <p:nvPr/>
        </p:nvSpPr>
        <p:spPr>
          <a:xfrm>
            <a:off x="571500" y="2530673"/>
            <a:ext cx="11049000" cy="2638425"/>
          </a:xfrm>
          <a:prstGeom prst="roundRect">
            <a:avLst>
              <a:gd name="adj" fmla="val 0"/>
            </a:avLst>
          </a:prstGeom>
          <a:solidFill>
            <a:schemeClr val="bg1">
              <a:alpha val="100000"/>
            </a:schemeClr>
          </a:solidFill>
          <a:ln w="9525" cap="flat" cmpd="sng">
            <a:solidFill>
              <a:schemeClr val="accent1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" name="Google Shape;288;p21"/>
          <p:cNvGraphicFramePr/>
          <p:nvPr>
            <p:extLst>
              <p:ext uri="{D42A27DB-BD31-4B8C-83A1-F6EECF244321}">
                <p14:modId xmlns:p14="http://schemas.microsoft.com/office/powerpoint/2010/main" val="1652980108"/>
              </p:ext>
            </p:extLst>
          </p:nvPr>
        </p:nvGraphicFramePr>
        <p:xfrm>
          <a:off x="571500" y="2530673"/>
          <a:ext cx="11049000" cy="2638375"/>
        </p:xfrm>
        <a:graphic>
          <a:graphicData uri="http://schemas.openxmlformats.org/drawingml/2006/table">
            <a:tbl>
              <a:tblPr firstRow="1" bandRow="1">
                <a:noFill/>
                <a:tableStyleId>{95E06D9F-1FC6-4E11-976B-A5AD0E407A40}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497205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52767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500" b="1" i="0" u="none" strike="noStrike" dirty="0" err="1">
                          <a:solidFill>
                            <a:schemeClr val="bg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7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500" b="1" i="0" u="none" strike="noStrike">
                          <a:solidFill>
                            <a:schemeClr val="bg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改进前 (JVM 单机)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7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500" b="1" i="0" u="none" strike="noStrike" dirty="0" err="1">
                          <a:solidFill>
                            <a:schemeClr val="bg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改进后</a:t>
                      </a:r>
                      <a:r>
                        <a:rPr lang="en-US" sz="1500" b="1" i="0" u="none" strike="noStrike" dirty="0">
                          <a:solidFill>
                            <a:schemeClr val="bg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(Redis + Lua)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75000"/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2767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存储机制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JVM 堆内存 Map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>
                          <a:solidFill>
                            <a:schemeClr val="accent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Redis ZSET (infra:delay:tasks) 持久化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2767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多实例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各节点重复执行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>
                          <a:solidFill>
                            <a:schemeClr val="accent3">
                              <a:lumMod val="75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Lua 原子 POP (ZRANGE + ZREM) 互斥抢占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2767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重启恢复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丢失或全表重扫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>
                          <a:solidFill>
                            <a:schemeClr val="accent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毫秒级冷启动恢复，数据零丢失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52767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重试策略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无，失败即丢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 err="1">
                          <a:solidFill>
                            <a:schemeClr val="accent3">
                              <a:lumMod val="75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指数退避</a:t>
                      </a:r>
                      <a:r>
                        <a:rPr lang="en-US" sz="1350" b="0" i="0" u="none" strike="noStrike" dirty="0">
                          <a:solidFill>
                            <a:schemeClr val="accent3">
                              <a:lumMod val="75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(2s→4s→8s) + </a:t>
                      </a:r>
                      <a:r>
                        <a:rPr lang="en-US" sz="1350" b="0" i="0" u="none" strike="noStrike" dirty="0" err="1">
                          <a:solidFill>
                            <a:schemeClr val="accent3">
                              <a:lumMod val="75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最终入</a:t>
                      </a:r>
                      <a:r>
                        <a:rPr lang="en-US" sz="1350" b="0" i="0" u="none" strike="noStrike" dirty="0">
                          <a:solidFill>
                            <a:schemeClr val="accent3">
                              <a:lumMod val="75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DLQ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42" name="Google Shape;289;p21"/>
          <p:cNvSpPr/>
          <p:nvPr/>
        </p:nvSpPr>
        <p:spPr>
          <a:xfrm>
            <a:off x="571500" y="3583185"/>
            <a:ext cx="165735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290;p21"/>
          <p:cNvSpPr/>
          <p:nvPr/>
        </p:nvSpPr>
        <p:spPr>
          <a:xfrm>
            <a:off x="2228850" y="3583185"/>
            <a:ext cx="441960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291;p21"/>
          <p:cNvSpPr/>
          <p:nvPr/>
        </p:nvSpPr>
        <p:spPr>
          <a:xfrm>
            <a:off x="6648450" y="3583185"/>
            <a:ext cx="497205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292;p21"/>
          <p:cNvSpPr/>
          <p:nvPr/>
        </p:nvSpPr>
        <p:spPr>
          <a:xfrm>
            <a:off x="571500" y="4107060"/>
            <a:ext cx="165735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293;p21"/>
          <p:cNvSpPr/>
          <p:nvPr/>
        </p:nvSpPr>
        <p:spPr>
          <a:xfrm>
            <a:off x="2228850" y="4107060"/>
            <a:ext cx="441960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294;p21"/>
          <p:cNvSpPr/>
          <p:nvPr/>
        </p:nvSpPr>
        <p:spPr>
          <a:xfrm>
            <a:off x="6648450" y="4107060"/>
            <a:ext cx="497205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295;p21"/>
          <p:cNvSpPr/>
          <p:nvPr/>
        </p:nvSpPr>
        <p:spPr>
          <a:xfrm>
            <a:off x="571500" y="4630935"/>
            <a:ext cx="165735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296;p21"/>
          <p:cNvSpPr/>
          <p:nvPr/>
        </p:nvSpPr>
        <p:spPr>
          <a:xfrm>
            <a:off x="2228850" y="4630935"/>
            <a:ext cx="441960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297;p21"/>
          <p:cNvSpPr/>
          <p:nvPr/>
        </p:nvSpPr>
        <p:spPr>
          <a:xfrm>
            <a:off x="6648450" y="4630935"/>
            <a:ext cx="497205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298;p21"/>
          <p:cNvSpPr/>
          <p:nvPr/>
        </p:nvSpPr>
        <p:spPr>
          <a:xfrm>
            <a:off x="571500" y="5154810"/>
            <a:ext cx="165735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299;p21"/>
          <p:cNvSpPr/>
          <p:nvPr/>
        </p:nvSpPr>
        <p:spPr>
          <a:xfrm>
            <a:off x="2228850" y="5154810"/>
            <a:ext cx="441960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00;p21"/>
          <p:cNvSpPr/>
          <p:nvPr/>
        </p:nvSpPr>
        <p:spPr>
          <a:xfrm>
            <a:off x="6648450" y="5154810"/>
            <a:ext cx="4972050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302;p21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5f4ffb19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2271968" y="2029662"/>
            <a:ext cx="7885112" cy="4031451"/>
            <a:chOff x="666750" y="2204249"/>
            <a:chExt cx="7885112" cy="4031451"/>
          </a:xfrm>
        </p:grpSpPr>
        <p:grpSp>
          <p:nvGrpSpPr>
            <p:cNvPr id="57" name="组合 56"/>
            <p:cNvGrpSpPr/>
            <p:nvPr/>
          </p:nvGrpSpPr>
          <p:grpSpPr>
            <a:xfrm>
              <a:off x="666750" y="2204249"/>
              <a:ext cx="2459037" cy="4031451"/>
              <a:chOff x="658368" y="2204249"/>
              <a:chExt cx="2459037" cy="4031451"/>
            </a:xfrm>
          </p:grpSpPr>
          <p:sp>
            <p:nvSpPr>
              <p:cNvPr id="58" name="矩形: 圆角 57"/>
              <p:cNvSpPr/>
              <p:nvPr/>
            </p:nvSpPr>
            <p:spPr>
              <a:xfrm>
                <a:off x="658368" y="2378480"/>
                <a:ext cx="2459037" cy="3857220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chemeClr val="tx1">
                    <a:alpha val="5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buClr>
                    <a:srgbClr val="000000">
                      <a:alpha val="100000"/>
                    </a:srgbClr>
                  </a:buClr>
                  <a:buFont typeface="Arial"/>
                </a:pPr>
                <a:endParaRPr lang="zh-CN" sz="2400" b="1" dirty="0">
                  <a:solidFill>
                    <a:schemeClr val="lt1">
                      <a:alpha val="100000"/>
                    </a:schemeClr>
                  </a:solidFill>
                  <a:latin typeface="Noto Sans SC" panose="020B0200000000000000" pitchFamily="34" charset="-128"/>
                  <a:ea typeface="宋体"/>
                  <a:cs typeface="Arial"/>
                  <a:sym typeface="Arial"/>
                </a:endParaRPr>
              </a:p>
            </p:txBody>
          </p:sp>
          <p:sp>
            <p:nvSpPr>
              <p:cNvPr id="59" name="矩形 58" descr="{&quot;isTemplate&quot;:true,&quot;type&quot;:&quot;title&quot;,&quot;canOmit&quot;:false}"/>
              <p:cNvSpPr/>
              <p:nvPr/>
            </p:nvSpPr>
            <p:spPr>
              <a:xfrm>
                <a:off x="838139" y="2745935"/>
                <a:ext cx="2116260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0" anchor="t" anchorCtr="0">
                <a:noAutofit/>
              </a:bodyPr>
              <a:lstStyle/>
              <a:p>
                <a:pPr marL="0" indent="0" algn="ct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>
                    <a:srgbClr val="000000">
                      <a:alpha val="100000"/>
                    </a:srgbClr>
                  </a:buClr>
                  <a:buFont typeface="Arial"/>
                  <a:buNone/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</a:rPr>
                  <a:t>限流降级管控</a:t>
                </a:r>
                <a:endParaRPr dirty="0">
                  <a:latin typeface="Noto Sans SC" panose="020B0200000000000000" pitchFamily="34" charset="-128"/>
                </a:endParaRPr>
              </a:p>
            </p:txBody>
          </p:sp>
          <p:sp>
            <p:nvSpPr>
              <p:cNvPr id="60" name="矩形 59" descr="{&quot;isTemplate&quot;:true,&quot;type&quot;:&quot;content&quot;,&quot;canOmit&quot;:false}"/>
              <p:cNvSpPr/>
              <p:nvPr/>
            </p:nvSpPr>
            <p:spPr>
              <a:xfrm>
                <a:off x="838139" y="3234885"/>
                <a:ext cx="2116260" cy="2810206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0" anchor="t" anchorCtr="0">
                <a:noAutofit/>
              </a:bodyPr>
              <a:lstStyle/>
              <a:p>
                <a:pPr algn="ct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>
                    <a:srgbClr val="000000">
                      <a:alpha val="100000"/>
                    </a:srgbClr>
                  </a:buClr>
                  <a:buFont typeface="Arial"/>
                </a:pP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</a:rPr>
                  <a:t>采用Sentinel实现接口限流降级，覆盖/agent/chat/stream、/api/ocr/*、/agent/chat三类核心接口，保障服务稳定性。</a:t>
                </a:r>
                <a:endParaRPr dirty="0">
                  <a:latin typeface="Noto Sans SC" panose="020B0200000000000000" pitchFamily="34" charset="-128"/>
                </a:endParaRPr>
              </a:p>
            </p:txBody>
          </p:sp>
          <p:sp>
            <p:nvSpPr>
              <p:cNvPr id="61" name="矩形: 圆角 60" descr="{&quot;isTemplate&quot;:true,&quot;type&quot;:&quot;serialNumber&quot;}"/>
              <p:cNvSpPr>
                <a:spLocks noChangeAspect="1"/>
              </p:cNvSpPr>
              <p:nvPr/>
            </p:nvSpPr>
            <p:spPr>
              <a:xfrm>
                <a:off x="1193655" y="2204249"/>
                <a:ext cx="1405227" cy="367514"/>
              </a:xfrm>
              <a:prstGeom prst="roundRect">
                <a:avLst/>
              </a:prstGeom>
              <a:solidFill>
                <a:schemeClr val="accent1">
                  <a:alpha val="100000"/>
                </a:schemeClr>
              </a:solidFill>
              <a:ln w="9525" cap="flat">
                <a:noFill/>
                <a:prstDash val="solid"/>
                <a:miter lim="800000"/>
              </a:ln>
            </p:spPr>
            <p:txBody>
              <a:bodyPr rtlCol="0" anchor="ctr"/>
              <a:lstStyle/>
              <a:p>
                <a:pPr algn="ctr">
                  <a:buClr>
                    <a:srgbClr val="000000">
                      <a:alpha val="100000"/>
                    </a:srgbClr>
                  </a:buClr>
                  <a:buFont typeface="Arial"/>
                </a:pPr>
                <a:r>
                  <a:rPr lang="en-US" dirty="0">
                    <a:solidFill>
                      <a:schemeClr val="bg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  <a:sym typeface="Arial"/>
                  </a:rPr>
                  <a:t>01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3379787" y="2204249"/>
              <a:ext cx="2459037" cy="4031451"/>
              <a:chOff x="6491446" y="2204249"/>
              <a:chExt cx="2459037" cy="4031451"/>
            </a:xfrm>
          </p:grpSpPr>
          <p:sp>
            <p:nvSpPr>
              <p:cNvPr id="63" name="矩形: 圆角 62"/>
              <p:cNvSpPr/>
              <p:nvPr/>
            </p:nvSpPr>
            <p:spPr>
              <a:xfrm>
                <a:off x="6491446" y="2378480"/>
                <a:ext cx="2459037" cy="3857220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chemeClr val="tx1">
                    <a:alpha val="5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buClr>
                    <a:srgbClr val="000000">
                      <a:alpha val="100000"/>
                    </a:srgbClr>
                  </a:buClr>
                  <a:buFont typeface="Arial"/>
                </a:pPr>
                <a:endParaRPr lang="zh-CN" sz="2400" b="1" dirty="0">
                  <a:solidFill>
                    <a:schemeClr val="lt1">
                      <a:alpha val="100000"/>
                    </a:schemeClr>
                  </a:solidFill>
                  <a:latin typeface="Noto Sans SC" panose="020B0200000000000000" pitchFamily="34" charset="-128"/>
                  <a:ea typeface="宋体"/>
                  <a:cs typeface="Arial"/>
                  <a:sym typeface="Arial"/>
                </a:endParaRPr>
              </a:p>
            </p:txBody>
          </p:sp>
          <p:sp>
            <p:nvSpPr>
              <p:cNvPr id="64" name="矩形 63" descr="{&quot;isTemplate&quot;:true,&quot;type&quot;:&quot;title&quot;,&quot;canOmit&quot;:false}"/>
              <p:cNvSpPr/>
              <p:nvPr/>
            </p:nvSpPr>
            <p:spPr>
              <a:xfrm>
                <a:off x="6662835" y="2745935"/>
                <a:ext cx="2116260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0" anchor="t" anchorCtr="0">
                <a:noAutofit/>
              </a:bodyPr>
              <a:lstStyle/>
              <a:p>
                <a:pPr marL="0" indent="0" algn="ct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>
                    <a:srgbClr val="000000">
                      <a:alpha val="100000"/>
                    </a:srgbClr>
                  </a:buClr>
                  <a:buFont typeface="Arial"/>
                  <a:buNone/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</a:rPr>
                  <a:t>链路追踪配置</a:t>
                </a:r>
                <a:endParaRPr dirty="0">
                  <a:latin typeface="Noto Sans SC" panose="020B0200000000000000" pitchFamily="34" charset="-128"/>
                </a:endParaRPr>
              </a:p>
            </p:txBody>
          </p:sp>
          <p:sp>
            <p:nvSpPr>
              <p:cNvPr id="65" name="矩形 64" descr="{&quot;isTemplate&quot;:true,&quot;type&quot;:&quot;content&quot;,&quot;canOmit&quot;:false}"/>
              <p:cNvSpPr/>
              <p:nvPr/>
            </p:nvSpPr>
            <p:spPr>
              <a:xfrm>
                <a:off x="6662835" y="3234885"/>
                <a:ext cx="2116260" cy="2810206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0" anchor="t" anchorCtr="0">
                <a:noAutofit/>
              </a:bodyPr>
              <a:lstStyle/>
              <a:p>
                <a:pPr algn="ct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>
                    <a:srgbClr val="000000">
                      <a:alpha val="100000"/>
                    </a:srgbClr>
                  </a:buClr>
                  <a:buFont typeface="Arial"/>
                </a:pP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</a:rPr>
                  <a:t>基于Zipkin+Brave 5.16+Micrometer构建链路追踪体系，开发环境采样率100%，生产环境采样率10%。</a:t>
                </a:r>
                <a:endParaRPr dirty="0">
                  <a:latin typeface="Noto Sans SC" panose="020B0200000000000000" pitchFamily="34" charset="-128"/>
                </a:endParaRPr>
              </a:p>
            </p:txBody>
          </p:sp>
          <p:sp>
            <p:nvSpPr>
              <p:cNvPr id="66" name="矩形: 圆角 65" descr="{&quot;isTemplate&quot;:true,&quot;type&quot;:&quot;serialNumber&quot;}"/>
              <p:cNvSpPr>
                <a:spLocks noChangeAspect="1"/>
              </p:cNvSpPr>
              <p:nvPr/>
            </p:nvSpPr>
            <p:spPr>
              <a:xfrm>
                <a:off x="7018351" y="2204249"/>
                <a:ext cx="1405227" cy="367514"/>
              </a:xfrm>
              <a:prstGeom prst="roundRect">
                <a:avLst/>
              </a:prstGeom>
              <a:solidFill>
                <a:schemeClr val="accent1">
                  <a:alpha val="100000"/>
                </a:schemeClr>
              </a:solidFill>
              <a:ln w="9525" cap="flat">
                <a:noFill/>
                <a:prstDash val="solid"/>
                <a:miter lim="800000"/>
              </a:ln>
            </p:spPr>
            <p:txBody>
              <a:bodyPr rtlCol="0" anchor="ctr"/>
              <a:lstStyle/>
              <a:p>
                <a:pPr algn="ctr">
                  <a:buClr>
                    <a:srgbClr val="000000">
                      <a:alpha val="100000"/>
                    </a:srgbClr>
                  </a:buClr>
                  <a:buFont typeface="Arial"/>
                </a:pPr>
                <a:r>
                  <a:rPr lang="en-US" dirty="0">
                    <a:solidFill>
                      <a:schemeClr val="bg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  <a:sym typeface="微软雅黑"/>
                  </a:rPr>
                  <a:t>02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6092825" y="2204249"/>
              <a:ext cx="2459037" cy="4031451"/>
              <a:chOff x="658368" y="2204249"/>
              <a:chExt cx="2459037" cy="4031451"/>
            </a:xfrm>
          </p:grpSpPr>
          <p:sp>
            <p:nvSpPr>
              <p:cNvPr id="68" name="矩形: 圆角 67"/>
              <p:cNvSpPr/>
              <p:nvPr/>
            </p:nvSpPr>
            <p:spPr>
              <a:xfrm>
                <a:off x="658368" y="2378480"/>
                <a:ext cx="2459037" cy="3857220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chemeClr val="tx1">
                    <a:alpha val="5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buClr>
                    <a:srgbClr val="000000">
                      <a:alpha val="100000"/>
                    </a:srgbClr>
                  </a:buClr>
                  <a:buFont typeface="Arial"/>
                </a:pPr>
                <a:endParaRPr lang="zh-CN" sz="2400" b="1" dirty="0">
                  <a:solidFill>
                    <a:schemeClr val="lt1">
                      <a:alpha val="100000"/>
                    </a:schemeClr>
                  </a:solidFill>
                  <a:latin typeface="Noto Sans SC" panose="020B0200000000000000" pitchFamily="34" charset="-128"/>
                  <a:ea typeface="宋体"/>
                  <a:cs typeface="Arial"/>
                  <a:sym typeface="Arial"/>
                </a:endParaRPr>
              </a:p>
            </p:txBody>
          </p:sp>
          <p:sp>
            <p:nvSpPr>
              <p:cNvPr id="69" name="矩形 68" descr="{&quot;isTemplate&quot;:true,&quot;type&quot;:&quot;title&quot;,&quot;canOmit&quot;:false}"/>
              <p:cNvSpPr/>
              <p:nvPr/>
            </p:nvSpPr>
            <p:spPr>
              <a:xfrm>
                <a:off x="838139" y="2745935"/>
                <a:ext cx="2116260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0" anchor="t" anchorCtr="0">
                <a:noAutofit/>
              </a:bodyPr>
              <a:lstStyle/>
              <a:p>
                <a:pPr marL="0" indent="0" algn="ct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>
                    <a:srgbClr val="000000">
                      <a:alpha val="100000"/>
                    </a:srgbClr>
                  </a:buClr>
                  <a:buFont typeface="Arial"/>
                  <a:buNone/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</a:rPr>
                  <a:t>追踪性能开销</a:t>
                </a:r>
                <a:endParaRPr dirty="0">
                  <a:latin typeface="Noto Sans SC" panose="020B0200000000000000" pitchFamily="34" charset="-128"/>
                </a:endParaRPr>
              </a:p>
            </p:txBody>
          </p:sp>
          <p:sp>
            <p:nvSpPr>
              <p:cNvPr id="70" name="矩形 69" descr="{&quot;isTemplate&quot;:true,&quot;type&quot;:&quot;content&quot;,&quot;canOmit&quot;:false}"/>
              <p:cNvSpPr/>
              <p:nvPr/>
            </p:nvSpPr>
            <p:spPr>
              <a:xfrm>
                <a:off x="838139" y="3234885"/>
                <a:ext cx="2116260" cy="2810206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0" anchor="t" anchorCtr="0">
                <a:noAutofit/>
              </a:bodyPr>
              <a:lstStyle/>
              <a:p>
                <a:pPr algn="ct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>
                    <a:srgbClr val="000000">
                      <a:alpha val="100000"/>
                    </a:srgbClr>
                  </a:buClr>
                  <a:buFont typeface="Arial"/>
                </a:pP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  <a:latin typeface="Noto Sans SC" panose="020B0200000000000000" pitchFamily="34" charset="-128"/>
                  </a:rPr>
                  <a:t>链路追踪在生产环境采样率控制在10%，可将额外性能开销控制在5%以内，平衡观测与性能。</a:t>
                </a:r>
                <a:endParaRPr dirty="0">
                  <a:latin typeface="Noto Sans SC" panose="020B0200000000000000" pitchFamily="34" charset="-128"/>
                </a:endParaRPr>
              </a:p>
            </p:txBody>
          </p:sp>
          <p:sp>
            <p:nvSpPr>
              <p:cNvPr id="71" name="矩形: 圆角 70" descr="{&quot;isTemplate&quot;:true,&quot;type&quot;:&quot;serialNumber&quot;}"/>
              <p:cNvSpPr>
                <a:spLocks noChangeAspect="1"/>
              </p:cNvSpPr>
              <p:nvPr/>
            </p:nvSpPr>
            <p:spPr>
              <a:xfrm>
                <a:off x="1193655" y="2204249"/>
                <a:ext cx="1405227" cy="367514"/>
              </a:xfrm>
              <a:prstGeom prst="roundRect">
                <a:avLst/>
              </a:prstGeom>
              <a:solidFill>
                <a:schemeClr val="accent1">
                  <a:alpha val="100000"/>
                </a:schemeClr>
              </a:solidFill>
              <a:ln w="9525" cap="flat">
                <a:noFill/>
                <a:prstDash val="solid"/>
                <a:miter lim="800000"/>
              </a:ln>
            </p:spPr>
            <p:txBody>
              <a:bodyPr rtlCol="0" anchor="ctr"/>
              <a:lstStyle/>
              <a:p>
                <a:pPr algn="ctr">
                  <a:buClr>
                    <a:srgbClr val="000000">
                      <a:alpha val="100000"/>
                    </a:srgbClr>
                  </a:buClr>
                  <a:buFont typeface="Arial"/>
                </a:pPr>
                <a:r>
                  <a:rPr lang="en-US" dirty="0">
                    <a:solidFill>
                      <a:schemeClr val="bg1">
                        <a:alpha val="100000"/>
                      </a:schemeClr>
                    </a:solidFill>
                    <a:latin typeface="Noto Sans SC" panose="020B0200000000000000" pitchFamily="34" charset="-128"/>
                    <a:ea typeface="Noto Sans SC" panose="020B0200000000000000" pitchFamily="34" charset="-128"/>
                    <a:sym typeface="Arial"/>
                  </a:rPr>
                  <a:t>03</a:t>
                </a:r>
                <a:endParaRPr dirty="0">
                  <a:latin typeface="Noto Sans SC" panose="020B0200000000000000" pitchFamily="34" charset="-128"/>
                  <a:ea typeface="Noto Sans SC" panose="020B0200000000000000" pitchFamily="34" charset="-128"/>
                </a:endParaRPr>
              </a:p>
            </p:txBody>
          </p:sp>
        </p:grpSp>
      </p:grpSp>
      <p:sp>
        <p:nvSpPr>
          <p:cNvPr id="72" name="文本框 71" descr="{&quot;isTemplate&quot;:true,&quot;type&quot;:&quot;title&quot;,&quot;canOmit&quot;:false,&quot;range&quot;:0}"/>
          <p:cNvSpPr txBox="1"/>
          <p:nvPr/>
        </p:nvSpPr>
        <p:spPr>
          <a:xfrm>
            <a:off x="788449" y="684819"/>
            <a:ext cx="10852150" cy="528031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/>
          <a:p>
            <a:pPr marL="0" lvl="0"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技术方案服务治理与全链路可观测</a:t>
            </a:r>
            <a:r>
              <a:rPr lang="en-US" sz="24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sz="1400" b="0" i="0" u="none" strike="noStrike" dirty="0">
              <a:solidFill>
                <a:srgbClr val="000000">
                  <a:alpha val="100000"/>
                </a:srgbClr>
              </a:solidFill>
              <a:latin typeface="Noto Sans SC" panose="020B0200000000000000" pitchFamily="34" charset="-128"/>
              <a:ea typeface="Noto Sans SC" panose="020B0200000000000000" pitchFamily="34" charset="-128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307;p22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93501"/>
            <a:ext cx="5381625" cy="1111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308;p22" descr="image.png"/>
          <p:cNvPicPr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14267"/>
            <a:ext cx="5381625" cy="1111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309;p22" descr="image.png"/>
          <p:cNvPicPr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28833"/>
            <a:ext cx="5381625" cy="121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310;p22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01673"/>
            <a:ext cx="5381625" cy="121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311;p22" descr="image.png"/>
          <p:cNvPicPr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312;p22"/>
          <p:cNvSpPr txBox="1"/>
          <p:nvPr/>
        </p:nvSpPr>
        <p:spPr>
          <a:xfrm>
            <a:off x="762000" y="762000"/>
            <a:ext cx="114046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19958"/>
              </a:lnSpc>
              <a:buNone/>
            </a:pP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</a:t>
            </a:r>
            <a:r>
              <a:rPr lang="en-US" sz="24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/ RAG </a:t>
            </a: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治理优化历程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0" name="Google Shape;313;p22"/>
          <p:cNvSpPr/>
          <p:nvPr/>
        </p:nvSpPr>
        <p:spPr>
          <a:xfrm>
            <a:off x="571500" y="762000"/>
            <a:ext cx="95250" cy="36567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314;p22"/>
          <p:cNvSpPr txBox="1"/>
          <p:nvPr/>
        </p:nvSpPr>
        <p:spPr>
          <a:xfrm>
            <a:off x="381000" y="209550"/>
            <a:ext cx="142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技术方案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2" name="Google Shape;316;p22"/>
          <p:cNvSpPr txBox="1"/>
          <p:nvPr/>
        </p:nvSpPr>
        <p:spPr>
          <a:xfrm>
            <a:off x="1092249" y="1653851"/>
            <a:ext cx="484505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>
              <a:buNone/>
            </a:pP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迭代一：可靠性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3" name="Google Shape;317;p22"/>
          <p:cNvSpPr txBox="1"/>
          <p:nvPr/>
        </p:nvSpPr>
        <p:spPr>
          <a:xfrm>
            <a:off x="762000" y="2027137"/>
            <a:ext cx="52197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三层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LLM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回退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MedicalAgent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→ Streaming → Block) +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空响应重试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4" name="Google Shape;318;p22"/>
          <p:cNvSpPr txBox="1"/>
          <p:nvPr/>
        </p:nvSpPr>
        <p:spPr>
          <a:xfrm>
            <a:off x="1092249" y="2974616"/>
            <a:ext cx="484505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>
              <a:buNone/>
            </a:pP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迭代二：经济性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5" name="Google Shape;319;p22"/>
          <p:cNvSpPr txBox="1"/>
          <p:nvPr/>
        </p:nvSpPr>
        <p:spPr>
          <a:xfrm>
            <a:off x="762000" y="3369291"/>
            <a:ext cx="5175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ChatCacheService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MD5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缓存结果，短文本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TTL 300s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大幅降本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6" name="Google Shape;320;p22"/>
          <p:cNvSpPr txBox="1"/>
          <p:nvPr/>
        </p:nvSpPr>
        <p:spPr>
          <a:xfrm>
            <a:off x="1092249" y="4189183"/>
            <a:ext cx="484505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>
              <a:buNone/>
            </a:pP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迭代三：并发优化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7" name="Google Shape;321;p22"/>
          <p:cNvSpPr txBox="1"/>
          <p:nvPr/>
        </p:nvSpPr>
        <p:spPr>
          <a:xfrm>
            <a:off x="819150" y="4624158"/>
            <a:ext cx="48895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修护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Flask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并发串行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Bug；aiExecutor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线程池动态扩容至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200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8" name="Google Shape;322;p22"/>
          <p:cNvSpPr txBox="1"/>
          <p:nvPr/>
        </p:nvSpPr>
        <p:spPr>
          <a:xfrm>
            <a:off x="1092249" y="5562023"/>
            <a:ext cx="484505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>
              <a:buNone/>
            </a:pP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迭代四：RAG</a:t>
            </a:r>
            <a:r>
              <a:rPr lang="en-US" sz="18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治理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9" name="Google Shape;323;p22"/>
          <p:cNvSpPr txBox="1"/>
          <p:nvPr/>
        </p:nvSpPr>
        <p:spPr>
          <a:xfrm>
            <a:off x="819150" y="5996998"/>
            <a:ext cx="48895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60000"/>
              </a:lnSpc>
              <a:buNone/>
            </a:pP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连接池统一、Redis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缓存锁防击穿、Bulkhead</a:t>
            </a:r>
            <a:r>
              <a:rPr lang="en-US" sz="135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 b="0" i="0" u="none" strike="noStrike" dirty="0" err="1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限流保护向量库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90" name="Google Shape;324;p22" descr="image.png"/>
          <p:cNvPicPr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1679251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325;p22" descr="image.png"/>
          <p:cNvPicPr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3010153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326;p22" descr="image.png"/>
          <p:cNvPicPr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4214583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327;p22" descr="image.png"/>
          <p:cNvPicPr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9150" y="5587423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329;p22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67A75D-5F46-3359-7C26-D0ED6B8B82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1700" y="1930401"/>
            <a:ext cx="6212580" cy="34703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198;p16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51805"/>
            <a:ext cx="5818882" cy="4996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199;p16" descr="image.png"/>
          <p:cNvPicPr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1382" y="1351805"/>
            <a:ext cx="4849117" cy="4996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200;p16" descr="image.png"/>
          <p:cNvPicPr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8557" y="5742384"/>
            <a:ext cx="4334767" cy="348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201;p16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24341" y="3078509"/>
            <a:ext cx="2743200" cy="52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202;p16" descr="image.png"/>
          <p:cNvPicPr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10028" y="4255591"/>
            <a:ext cx="3171825" cy="525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203;p16" descr="image.png"/>
          <p:cNvPicPr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204;p16"/>
          <p:cNvSpPr txBox="1"/>
          <p:nvPr/>
        </p:nvSpPr>
        <p:spPr>
          <a:xfrm>
            <a:off x="762000" y="666750"/>
            <a:ext cx="114046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19958"/>
              </a:lnSpc>
              <a:buNone/>
            </a:pP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分层多场景系统化压测方案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03" name="Google Shape;205;p16"/>
          <p:cNvSpPr/>
          <p:nvPr/>
        </p:nvSpPr>
        <p:spPr>
          <a:xfrm>
            <a:off x="571500" y="666750"/>
            <a:ext cx="76200" cy="36567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208;p16"/>
          <p:cNvSpPr txBox="1"/>
          <p:nvPr/>
        </p:nvSpPr>
        <p:spPr>
          <a:xfrm>
            <a:off x="381000" y="6577012"/>
            <a:ext cx="1631950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Clr>
                <a:srgbClr val="000000">
                  <a:alpha val="100000"/>
                </a:srgbClr>
              </a:buClr>
              <a:buFont typeface="Arial"/>
              <a:buNone/>
            </a:pPr>
            <a:r>
              <a:rPr lang="en-US" sz="105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MedicalAssistant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05" name="Google Shape;209;p16"/>
          <p:cNvSpPr txBox="1"/>
          <p:nvPr/>
        </p:nvSpPr>
        <p:spPr>
          <a:xfrm>
            <a:off x="11401425" y="6577012"/>
            <a:ext cx="673100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05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14 / 16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06" name="Google Shape;210;p16"/>
          <p:cNvSpPr txBox="1"/>
          <p:nvPr/>
        </p:nvSpPr>
        <p:spPr>
          <a:xfrm>
            <a:off x="828675" y="1608980"/>
            <a:ext cx="53086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lvl="0" indent="0" algn="ctr">
              <a:lnSpc>
                <a:spcPct val="159944"/>
              </a:lnSpc>
              <a:buNone/>
            </a:pPr>
            <a:r>
              <a:rPr lang="en-US" sz="1800" b="1" i="0" u="none" strike="noStrike" dirty="0" err="1">
                <a:solidFill>
                  <a:schemeClr val="tx1">
                    <a:lumMod val="75000"/>
                    <a:lumOff val="2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场景矩阵压测方案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07" name="Google Shape;211;p16"/>
          <p:cNvSpPr/>
          <p:nvPr/>
        </p:nvSpPr>
        <p:spPr>
          <a:xfrm>
            <a:off x="828675" y="2117526"/>
            <a:ext cx="5304532" cy="3664892"/>
          </a:xfrm>
          <a:prstGeom prst="roundRect">
            <a:avLst>
              <a:gd name="adj" fmla="val 0"/>
            </a:avLst>
          </a:prstGeom>
          <a:solidFill>
            <a:schemeClr val="bg1">
              <a:alpha val="100000"/>
            </a:schemeClr>
          </a:solidFill>
          <a:ln w="9525" cap="flat" cmpd="sng">
            <a:solidFill>
              <a:schemeClr val="accent1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" name="Google Shape;212;p16"/>
          <p:cNvGraphicFramePr/>
          <p:nvPr/>
        </p:nvGraphicFramePr>
        <p:xfrm>
          <a:off x="828675" y="2117526"/>
          <a:ext cx="5304525" cy="3664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55225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7855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2163800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610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1" i="0" u="none" strike="noStrike" dirty="0" err="1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7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1" i="0" u="none" strike="noStrike" dirty="0" err="1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并发线程</a:t>
                      </a:r>
                      <a:r>
                        <a:rPr lang="en-US" sz="1350" b="1" i="0" u="none" strike="noStrike" dirty="0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(t)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7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1" i="0" u="none" strike="noStrike" dirty="0" err="1">
                          <a:solidFill>
                            <a:schemeClr val="tx1"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压测目标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75000"/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10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S1 </a:t>
                      </a: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基线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100t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正常负载验证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10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S2 </a:t>
                      </a: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高并发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200t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系统性能峰值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10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S3 </a:t>
                      </a: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长稳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150t × 10min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内存泄漏与稳定性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10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S4 </a:t>
                      </a: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毛刺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300t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瞬时过载处理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10825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S5 </a:t>
                      </a: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过载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500t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降级</a:t>
                      </a:r>
                      <a:r>
                        <a:rPr lang="en-US" sz="1350" b="0" i="0" u="none" strike="noStrike" dirty="0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sz="1350" b="0" i="0" u="none" strike="noStrike" dirty="0" err="1">
                          <a:solidFill>
                            <a:schemeClr val="accent1">
                              <a:lumMod val="50000"/>
                              <a:alpha val="100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熔断兜底</a:t>
                      </a:r>
                      <a:endParaRPr dirty="0">
                        <a:latin typeface="Noto Sans SC" panose="020B0200000000000000" pitchFamily="34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109" name="Google Shape;213;p16"/>
          <p:cNvSpPr txBox="1"/>
          <p:nvPr/>
        </p:nvSpPr>
        <p:spPr>
          <a:xfrm>
            <a:off x="828675" y="5877669"/>
            <a:ext cx="53086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59904"/>
              </a:lnSpc>
              <a:buNone/>
            </a:pPr>
            <a:r>
              <a:rPr lang="en-US" sz="105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工具：JMeter</a:t>
            </a:r>
            <a:r>
              <a:rPr lang="en-US" sz="105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(SSE TTFC), Python </a:t>
            </a:r>
            <a:r>
              <a:rPr lang="en-US" sz="105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aiohttp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10" name="Google Shape;214;p16"/>
          <p:cNvSpPr txBox="1"/>
          <p:nvPr/>
        </p:nvSpPr>
        <p:spPr>
          <a:xfrm>
            <a:off x="7028557" y="1608980"/>
            <a:ext cx="433705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lnSpc>
                <a:spcPct val="159944"/>
              </a:lnSpc>
              <a:buNone/>
            </a:pP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双模式</a:t>
            </a:r>
            <a:r>
              <a:rPr lang="en-US" sz="180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分层对照示意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111" name="Google Shape;215;p16" descr="image.png"/>
          <p:cNvPicPr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28428" y="16851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216;p16"/>
          <p:cNvSpPr txBox="1"/>
          <p:nvPr/>
        </p:nvSpPr>
        <p:spPr>
          <a:xfrm>
            <a:off x="9300716" y="5847159"/>
            <a:ext cx="1460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lnSpc>
                <a:spcPct val="160000"/>
              </a:lnSpc>
              <a:buNone/>
            </a:pPr>
            <a:r>
              <a:rPr lang="en-US" sz="1200" b="0" i="0" u="none" strike="noStrike" dirty="0">
                <a:solidFill>
                  <a:schemeClr val="accent1">
                    <a:lumMod val="50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vs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13" name="Google Shape;217;p16"/>
          <p:cNvSpPr/>
          <p:nvPr/>
        </p:nvSpPr>
        <p:spPr>
          <a:xfrm>
            <a:off x="828675" y="3278534"/>
            <a:ext cx="1355228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218;p16"/>
          <p:cNvSpPr/>
          <p:nvPr/>
        </p:nvSpPr>
        <p:spPr>
          <a:xfrm>
            <a:off x="2183903" y="3278534"/>
            <a:ext cx="1785491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219;p16"/>
          <p:cNvSpPr/>
          <p:nvPr/>
        </p:nvSpPr>
        <p:spPr>
          <a:xfrm>
            <a:off x="3969394" y="3278534"/>
            <a:ext cx="2163812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220;p16"/>
          <p:cNvSpPr/>
          <p:nvPr/>
        </p:nvSpPr>
        <p:spPr>
          <a:xfrm>
            <a:off x="828675" y="3903315"/>
            <a:ext cx="1355228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221;p16"/>
          <p:cNvSpPr/>
          <p:nvPr/>
        </p:nvSpPr>
        <p:spPr>
          <a:xfrm>
            <a:off x="2183903" y="3903315"/>
            <a:ext cx="1785491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222;p16"/>
          <p:cNvSpPr/>
          <p:nvPr/>
        </p:nvSpPr>
        <p:spPr>
          <a:xfrm>
            <a:off x="3969394" y="3903315"/>
            <a:ext cx="2163812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223;p16"/>
          <p:cNvSpPr/>
          <p:nvPr/>
        </p:nvSpPr>
        <p:spPr>
          <a:xfrm>
            <a:off x="828675" y="4518570"/>
            <a:ext cx="1355228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224;p16"/>
          <p:cNvSpPr/>
          <p:nvPr/>
        </p:nvSpPr>
        <p:spPr>
          <a:xfrm>
            <a:off x="2183903" y="4518570"/>
            <a:ext cx="1785491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225;p16"/>
          <p:cNvSpPr/>
          <p:nvPr/>
        </p:nvSpPr>
        <p:spPr>
          <a:xfrm>
            <a:off x="3969394" y="4518570"/>
            <a:ext cx="2163812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226;p16"/>
          <p:cNvSpPr/>
          <p:nvPr/>
        </p:nvSpPr>
        <p:spPr>
          <a:xfrm>
            <a:off x="828675" y="5143351"/>
            <a:ext cx="1355228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227;p16"/>
          <p:cNvSpPr/>
          <p:nvPr/>
        </p:nvSpPr>
        <p:spPr>
          <a:xfrm>
            <a:off x="2183903" y="5143351"/>
            <a:ext cx="1785491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228;p16"/>
          <p:cNvSpPr/>
          <p:nvPr/>
        </p:nvSpPr>
        <p:spPr>
          <a:xfrm>
            <a:off x="3969394" y="5143351"/>
            <a:ext cx="2163812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229;p16"/>
          <p:cNvSpPr/>
          <p:nvPr/>
        </p:nvSpPr>
        <p:spPr>
          <a:xfrm>
            <a:off x="828675" y="5768131"/>
            <a:ext cx="1355228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230;p16"/>
          <p:cNvSpPr/>
          <p:nvPr/>
        </p:nvSpPr>
        <p:spPr>
          <a:xfrm>
            <a:off x="2183903" y="5768131"/>
            <a:ext cx="1785491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231;p16"/>
          <p:cNvSpPr/>
          <p:nvPr/>
        </p:nvSpPr>
        <p:spPr>
          <a:xfrm>
            <a:off x="3969394" y="5768131"/>
            <a:ext cx="2163812" cy="9525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232;p16" descr="image.png"/>
          <p:cNvPicPr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24503" y="382324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233;p16" descr="image.png"/>
          <p:cNvPicPr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91617" y="2887850"/>
            <a:ext cx="611411" cy="295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234;p16" descr="image.png"/>
          <p:cNvPicPr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191616" y="3445221"/>
            <a:ext cx="611411" cy="37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235;p16" descr="image.png"/>
          <p:cNvPicPr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191616" y="4070001"/>
            <a:ext cx="1338984" cy="367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236;p16" descr="image.png"/>
          <p:cNvPicPr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191615" y="4672934"/>
            <a:ext cx="611411" cy="341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237;p16" descr="image.png"/>
          <p:cNvPicPr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183902" y="5309738"/>
            <a:ext cx="619123" cy="32950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339;p23"/>
          <p:cNvSpPr txBox="1"/>
          <p:nvPr/>
        </p:nvSpPr>
        <p:spPr>
          <a:xfrm>
            <a:off x="381000" y="209549"/>
            <a:ext cx="11874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测试评估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35" name="Google Shape;277;p20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07F4364-B742-4FFD-7BE9-C5E4D7E28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3909074"/>
            <a:ext cx="4110017" cy="2243652"/>
          </a:xfrm>
          <a:prstGeom prst="rect">
            <a:avLst/>
          </a:prstGeom>
        </p:spPr>
      </p:pic>
      <p:pic>
        <p:nvPicPr>
          <p:cNvPr id="137" name="Google Shape;334;p23" descr="image.png"/>
          <p:cNvPicPr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724717"/>
            <a:ext cx="11049000" cy="4873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335;p23" descr="image.png"/>
          <p:cNvPicPr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0062" y="762000"/>
            <a:ext cx="335756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336;p23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337;p23"/>
          <p:cNvSpPr txBox="1"/>
          <p:nvPr/>
        </p:nvSpPr>
        <p:spPr>
          <a:xfrm>
            <a:off x="762000" y="762000"/>
            <a:ext cx="11404600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19958"/>
              </a:lnSpc>
              <a:buNone/>
            </a:pPr>
            <a:r>
              <a:rPr lang="en-US" sz="24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量化成果对比：用数据说话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41" name="Google Shape;338;p23"/>
          <p:cNvSpPr/>
          <p:nvPr/>
        </p:nvSpPr>
        <p:spPr>
          <a:xfrm>
            <a:off x="571500" y="762000"/>
            <a:ext cx="95250" cy="36567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339;p23"/>
          <p:cNvSpPr txBox="1"/>
          <p:nvPr/>
        </p:nvSpPr>
        <p:spPr>
          <a:xfrm>
            <a:off x="381000" y="209549"/>
            <a:ext cx="11874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测试评估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43" name="Google Shape;341;p23"/>
          <p:cNvSpPr txBox="1"/>
          <p:nvPr/>
        </p:nvSpPr>
        <p:spPr>
          <a:xfrm>
            <a:off x="4968031" y="3257550"/>
            <a:ext cx="2044700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105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RAG </a:t>
            </a:r>
            <a:r>
              <a:rPr lang="en-US" sz="105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并发修复</a:t>
            </a:r>
            <a:r>
              <a:rPr lang="en-US" sz="105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(10 </a:t>
            </a:r>
            <a:r>
              <a:rPr lang="en-US" sz="105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并发</a:t>
            </a:r>
            <a:r>
              <a:rPr lang="en-US" sz="105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sz="105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提升</a:t>
            </a:r>
            <a:r>
              <a:rPr lang="en-US" sz="105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5.3×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44" name="Google Shape;342;p23"/>
          <p:cNvSpPr txBox="1"/>
          <p:nvPr/>
        </p:nvSpPr>
        <p:spPr>
          <a:xfrm>
            <a:off x="8382000" y="1699170"/>
            <a:ext cx="32385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1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高可用性：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500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并发下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100%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成功率，零网关报错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45" name="Google Shape;343;p23"/>
          <p:cNvSpPr txBox="1"/>
          <p:nvPr/>
        </p:nvSpPr>
        <p:spPr>
          <a:xfrm>
            <a:off x="8382000" y="2375445"/>
            <a:ext cx="32385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1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接口覆盖：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45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个端点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93.3%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测试通过率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46" name="Google Shape;344;p23"/>
          <p:cNvSpPr txBox="1"/>
          <p:nvPr/>
        </p:nvSpPr>
        <p:spPr>
          <a:xfrm>
            <a:off x="8382000" y="3051720"/>
            <a:ext cx="32385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1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解耦代价：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RabbitMQ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带来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170-200ms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延迟增量（可接受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47" name="Google Shape;345;p23"/>
          <p:cNvSpPr txBox="1"/>
          <p:nvPr/>
        </p:nvSpPr>
        <p:spPr>
          <a:xfrm>
            <a:off x="8382000" y="3727995"/>
            <a:ext cx="32385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1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链路追踪：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Trace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注入日志，系统开销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&lt; 5%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48" name="Google Shape;347;p23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348;p23" descr="image.png"/>
          <p:cNvPicPr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1368" y="1742530"/>
            <a:ext cx="20538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349;p23" descr="image.png"/>
          <p:cNvPicPr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1368" y="2418805"/>
            <a:ext cx="20538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350;p23" descr="image.png"/>
          <p:cNvPicPr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1368" y="3095080"/>
            <a:ext cx="20538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351;p23" descr="image.png"/>
          <p:cNvPicPr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1368" y="3771355"/>
            <a:ext cx="20538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96ACAD0-A6BB-30D2-BEA0-71C93E636F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992" y="3839345"/>
            <a:ext cx="4202133" cy="22939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356;p24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86025"/>
            <a:ext cx="5286375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357;p24" descr="image.png"/>
          <p:cNvPicPr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86025"/>
            <a:ext cx="5286375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358;p24" descr="image.png"/>
          <p:cNvPicPr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359;p24"/>
          <p:cNvSpPr txBox="1"/>
          <p:nvPr/>
        </p:nvSpPr>
        <p:spPr>
          <a:xfrm>
            <a:off x="381000" y="209550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buNone/>
            </a:pPr>
            <a:r>
              <a:rPr lang="en-US" sz="135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58" name="Google Shape;361;p24"/>
          <p:cNvSpPr/>
          <p:nvPr/>
        </p:nvSpPr>
        <p:spPr>
          <a:xfrm>
            <a:off x="9515475" y="3709987"/>
            <a:ext cx="4762500" cy="4762500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362;p24"/>
          <p:cNvSpPr txBox="1"/>
          <p:nvPr/>
        </p:nvSpPr>
        <p:spPr>
          <a:xfrm>
            <a:off x="295275" y="1495425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36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汇报结束，谢谢聆听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0" name="Google Shape;363;p24"/>
          <p:cNvSpPr txBox="1"/>
          <p:nvPr/>
        </p:nvSpPr>
        <p:spPr>
          <a:xfrm>
            <a:off x="571500" y="5248275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>
              <a:buNone/>
            </a:pPr>
            <a:r>
              <a:rPr lang="en-US" sz="18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请老师批评指正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1" name="Google Shape;364;p24"/>
          <p:cNvSpPr txBox="1"/>
          <p:nvPr/>
        </p:nvSpPr>
        <p:spPr>
          <a:xfrm>
            <a:off x="709374" y="2755900"/>
            <a:ext cx="50165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>
              <a:buNone/>
            </a:pPr>
            <a:r>
              <a:rPr lang="en-US" sz="1800" b="1" i="0" u="none" strike="noStrike" dirty="0" err="1">
                <a:solidFill>
                  <a:schemeClr val="accent3">
                    <a:lumMod val="75000"/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2" name="Google Shape;365;p24"/>
          <p:cNvSpPr txBox="1"/>
          <p:nvPr/>
        </p:nvSpPr>
        <p:spPr>
          <a:xfrm>
            <a:off x="6471999" y="2755900"/>
            <a:ext cx="50165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>
              <a:buNone/>
            </a:pPr>
            <a:r>
              <a:rPr lang="en-US" sz="1800" b="1" i="0" u="none" strike="noStrike" dirty="0" err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3" name="Google Shape;366;p24"/>
          <p:cNvSpPr txBox="1"/>
          <p:nvPr/>
        </p:nvSpPr>
        <p:spPr>
          <a:xfrm>
            <a:off x="1846659" y="3190875"/>
            <a:ext cx="3073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分布式重构，支撑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82×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吞吐跨越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4" name="Google Shape;367;p24"/>
          <p:cNvSpPr txBox="1"/>
          <p:nvPr/>
        </p:nvSpPr>
        <p:spPr>
          <a:xfrm>
            <a:off x="1846659" y="3600450"/>
            <a:ext cx="3073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事件驱动与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Redis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持久化保障可靠性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5" name="Google Shape;368;p24"/>
          <p:cNvSpPr txBox="1"/>
          <p:nvPr/>
        </p:nvSpPr>
        <p:spPr>
          <a:xfrm>
            <a:off x="1846659" y="4010025"/>
            <a:ext cx="3073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大模型长链路深度治理与并发修复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6" name="Google Shape;369;p24"/>
          <p:cNvSpPr txBox="1"/>
          <p:nvPr/>
        </p:nvSpPr>
        <p:spPr>
          <a:xfrm>
            <a:off x="7831335" y="3190875"/>
            <a:ext cx="28511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</a:t>
            </a: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Outbox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模式保障强一致性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7" name="Google Shape;370;p24"/>
          <p:cNvSpPr txBox="1"/>
          <p:nvPr/>
        </p:nvSpPr>
        <p:spPr>
          <a:xfrm>
            <a:off x="7831335" y="3600450"/>
            <a:ext cx="2628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生产环境采样率动态调优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8" name="Google Shape;371;p24"/>
          <p:cNvSpPr txBox="1"/>
          <p:nvPr/>
        </p:nvSpPr>
        <p:spPr>
          <a:xfrm>
            <a:off x="7831335" y="4010025"/>
            <a:ext cx="2628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140000"/>
              </a:lnSpc>
              <a:buNone/>
            </a:pPr>
            <a:r>
              <a:rPr lang="en-US" sz="1500" b="0" i="0" u="none" strike="noStrike" dirty="0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多 LLM API Key </a:t>
            </a:r>
            <a:r>
              <a:rPr lang="en-US" sz="1500" b="0" i="0" u="none" strike="noStrike" dirty="0" err="1">
                <a:solidFill>
                  <a:schemeClr val="tx1">
                    <a:alpha val="10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轮询负载均衡</a:t>
            </a:r>
            <a:endParaRPr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9" name="Google Shape;373;p24"/>
          <p:cNvSpPr/>
          <p:nvPr/>
        </p:nvSpPr>
        <p:spPr>
          <a:xfrm>
            <a:off x="0" y="647700"/>
            <a:ext cx="12192000" cy="190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buNone/>
            </a:pPr>
            <a:endParaRPr sz="1800" b="0" i="0" u="none" strike="noStrike">
              <a:solidFill>
                <a:schemeClr val="dk1">
                  <a:alpha val="10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374;p24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13284" y="319087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375;p24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13284" y="360045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376;p24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13284" y="401002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377;p24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97960" y="319087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378;p24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97960" y="360045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379;p24" descr="image.png"/>
          <p:cNvPicPr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97960" y="4010025"/>
            <a:ext cx="148232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开罗之光">
  <a:themeElements>
    <a:clrScheme name="Office">
      <a:dk1>
        <a:srgbClr val="000000"/>
      </a:dk1>
      <a:lt1>
        <a:srgbClr val="FFFFFF"/>
      </a:lt1>
      <a:dk2>
        <a:srgbClr val="382B26"/>
      </a:dk2>
      <a:lt2>
        <a:srgbClr val="FDF6E1"/>
      </a:lt2>
      <a:accent1>
        <a:srgbClr val="AD714D"/>
      </a:accent1>
      <a:accent2>
        <a:srgbClr val="E2CCBA"/>
      </a:accent2>
      <a:accent3>
        <a:srgbClr val="AC7F67"/>
      </a:accent3>
      <a:accent4>
        <a:srgbClr val="9C421F"/>
      </a:accent4>
      <a:accent5>
        <a:srgbClr val="948B82"/>
      </a:accent5>
      <a:accent6>
        <a:srgbClr val="58524C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开罗之光">
  <a:themeElements>
    <a:clrScheme name="Default">
      <a:dk1>
        <a:srgbClr val="000000"/>
      </a:dk1>
      <a:lt1>
        <a:srgbClr val="FFFFFF"/>
      </a:lt1>
      <a:dk2>
        <a:srgbClr val="382B26"/>
      </a:dk2>
      <a:lt2>
        <a:srgbClr val="FDF6E1"/>
      </a:lt2>
      <a:accent1>
        <a:srgbClr val="AD714D"/>
      </a:accent1>
      <a:accent2>
        <a:srgbClr val="E2CCBA"/>
      </a:accent2>
      <a:accent3>
        <a:srgbClr val="AC7F67"/>
      </a:accent3>
      <a:accent4>
        <a:srgbClr val="9C421F"/>
      </a:accent4>
      <a:accent5>
        <a:srgbClr val="948B82"/>
      </a:accent5>
      <a:accent6>
        <a:srgbClr val="58524C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941</Words>
  <Application>Microsoft Office PowerPoint</Application>
  <PresentationFormat>宽屏</PresentationFormat>
  <Paragraphs>182</Paragraphs>
  <Slides>16</Slides>
  <Notes>12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Calibri</vt:lpstr>
      <vt:lpstr>开罗之光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8617376729823</cp:lastModifiedBy>
  <cp:revision>4</cp:revision>
  <dcterms:created xsi:type="dcterms:W3CDTF">2026-06-01T18:09:34Z</dcterms:created>
  <dcterms:modified xsi:type="dcterms:W3CDTF">2026-06-01T02:58:09Z</dcterms:modified>
</cp:coreProperties>
</file>